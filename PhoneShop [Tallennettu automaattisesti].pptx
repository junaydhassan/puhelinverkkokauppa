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2" r:id="rId7"/>
    <p:sldId id="260" r:id="rId8"/>
    <p:sldId id="264" r:id="rId9"/>
    <p:sldId id="265" r:id="rId10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00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CB03E23-248B-FAE1-38D0-6BE9E7F54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03ECE123-C4C2-BE54-B1CD-51BF5FCFA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8FDE76A0-2C8B-7AB3-41E5-06A8B832B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79B8-8FF9-4FE6-98A8-2F7E9CB41F39}" type="datetimeFigureOut">
              <a:rPr lang="fi-FI" smtClean="0"/>
              <a:t>16.12.2025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F2DB35EF-7F2F-D15A-78C3-958A06D9D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8967BF51-683B-9152-B29E-B4E8B5713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69F00-D6CD-4193-A3FB-DB6732AD0AD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491573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EF938E2-D6CE-06CD-987C-F3DEED696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41F700D1-12A3-2EBB-5B9E-7ABB3BB9A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19F91DE8-90E2-136B-0AF4-157661EAA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79B8-8FF9-4FE6-98A8-2F7E9CB41F39}" type="datetimeFigureOut">
              <a:rPr lang="fi-FI" smtClean="0"/>
              <a:t>16.12.2025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FDCD7E35-843C-F9B7-3299-50CBA68C1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AA68F0C0-6444-C89F-1BEC-83222C5E0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69F00-D6CD-4193-A3FB-DB6732AD0AD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179137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D1AF97A4-250C-8C32-4C9D-55D9A31E5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2A742424-9EA3-12EE-DAC2-0EFCCF8E4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E7C3692B-6977-A467-B604-6426767D2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79B8-8FF9-4FE6-98A8-2F7E9CB41F39}" type="datetimeFigureOut">
              <a:rPr lang="fi-FI" smtClean="0"/>
              <a:t>16.12.2025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AD7164DC-712A-FA78-AF48-85B898F2E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60E01D8E-D311-418F-A1B4-0709AC267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69F00-D6CD-4193-A3FB-DB6732AD0AD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821435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6572D51-993B-01E4-1F20-8BCB4DA63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AA116AAC-0BB9-066D-764B-237AF1F7EE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DB203658-1EFA-D839-D60C-624290D37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56BD9B49-8911-2FA7-EC25-BAB80443E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79B8-8FF9-4FE6-98A8-2F7E9CB41F39}" type="datetimeFigureOut">
              <a:rPr lang="fi-FI" smtClean="0"/>
              <a:t>16.12.2025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E79DCBE5-EF32-FF73-35FC-4F07C6DC7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E5D3C304-F211-1570-DABC-CC84B23D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69F00-D6CD-4193-A3FB-DB6732AD0AD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871196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E76485B-E57C-4B1B-DF75-B8A90AFAD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22E9D2C0-0562-ABD1-4A76-B3024C12E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A8F22E24-381A-1328-2A34-607907D07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Tekstin paikkamerkki 4">
            <a:extLst>
              <a:ext uri="{FF2B5EF4-FFF2-40B4-BE49-F238E27FC236}">
                <a16:creationId xmlns:a16="http://schemas.microsoft.com/office/drawing/2014/main" id="{D74F86FF-C73E-92C5-2A16-C63C3A186E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Sisällön paikkamerkki 5">
            <a:extLst>
              <a:ext uri="{FF2B5EF4-FFF2-40B4-BE49-F238E27FC236}">
                <a16:creationId xmlns:a16="http://schemas.microsoft.com/office/drawing/2014/main" id="{BC332F7A-F84E-48B1-A6DE-E71D45DCC6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7" name="Päivämäärän paikkamerkki 6">
            <a:extLst>
              <a:ext uri="{FF2B5EF4-FFF2-40B4-BE49-F238E27FC236}">
                <a16:creationId xmlns:a16="http://schemas.microsoft.com/office/drawing/2014/main" id="{DA5651E2-10D4-C32B-DC66-9413B9351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79B8-8FF9-4FE6-98A8-2F7E9CB41F39}" type="datetimeFigureOut">
              <a:rPr lang="fi-FI" smtClean="0"/>
              <a:t>16.12.2025</a:t>
            </a:fld>
            <a:endParaRPr lang="fi-FI"/>
          </a:p>
        </p:txBody>
      </p:sp>
      <p:sp>
        <p:nvSpPr>
          <p:cNvPr id="8" name="Alatunnisteen paikkamerkki 7">
            <a:extLst>
              <a:ext uri="{FF2B5EF4-FFF2-40B4-BE49-F238E27FC236}">
                <a16:creationId xmlns:a16="http://schemas.microsoft.com/office/drawing/2014/main" id="{C360C5CE-AD05-1CCD-891F-5C4AACFE1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Dian numeron paikkamerkki 8">
            <a:extLst>
              <a:ext uri="{FF2B5EF4-FFF2-40B4-BE49-F238E27FC236}">
                <a16:creationId xmlns:a16="http://schemas.microsoft.com/office/drawing/2014/main" id="{8628E24F-8A12-E575-17C4-1A7AA0BAB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69F00-D6CD-4193-A3FB-DB6732AD0AD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253518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05AF6C44-D60D-9137-5A10-97DE947E6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äivämäärän paikkamerkki 2">
            <a:extLst>
              <a:ext uri="{FF2B5EF4-FFF2-40B4-BE49-F238E27FC236}">
                <a16:creationId xmlns:a16="http://schemas.microsoft.com/office/drawing/2014/main" id="{C4917BDE-6BEA-79C2-CE67-576E97FB3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79B8-8FF9-4FE6-98A8-2F7E9CB41F39}" type="datetimeFigureOut">
              <a:rPr lang="fi-FI" smtClean="0"/>
              <a:t>16.12.2025</a:t>
            </a:fld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E3BA7464-B443-F866-B3EB-0F0E16446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7461BDE7-5956-443C-B82F-6F0A4CCEB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69F00-D6CD-4193-A3FB-DB6732AD0AD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705353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>
            <a:extLst>
              <a:ext uri="{FF2B5EF4-FFF2-40B4-BE49-F238E27FC236}">
                <a16:creationId xmlns:a16="http://schemas.microsoft.com/office/drawing/2014/main" id="{568AB601-E174-FE8F-1108-114768FBA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79B8-8FF9-4FE6-98A8-2F7E9CB41F39}" type="datetimeFigureOut">
              <a:rPr lang="fi-FI" smtClean="0"/>
              <a:t>16.12.2025</a:t>
            </a:fld>
            <a:endParaRPr lang="fi-FI"/>
          </a:p>
        </p:txBody>
      </p:sp>
      <p:sp>
        <p:nvSpPr>
          <p:cNvPr id="3" name="Alatunnisteen paikkamerkki 2">
            <a:extLst>
              <a:ext uri="{FF2B5EF4-FFF2-40B4-BE49-F238E27FC236}">
                <a16:creationId xmlns:a16="http://schemas.microsoft.com/office/drawing/2014/main" id="{9091BDFF-8969-22C7-E0CC-99F2EA071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E7A0C7A0-3519-0564-DC80-91EDEB781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69F00-D6CD-4193-A3FB-DB6732AD0AD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920430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uvateksti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895013DA-1255-4B07-F7F1-80B25E98D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2BD8E814-C96B-DC7C-17AA-9DC6EC1AC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36A5C83E-8C42-3784-77BF-FA46F3604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AE7B023A-7006-CCFD-927C-2F0C0C7AB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79B8-8FF9-4FE6-98A8-2F7E9CB41F39}" type="datetimeFigureOut">
              <a:rPr lang="fi-FI" smtClean="0"/>
              <a:t>16.12.2025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88117AC2-49C5-6B84-BBFC-7B70E649D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BDECC689-314A-8985-115C-E3E4F693A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69F00-D6CD-4193-A3FB-DB6732AD0AD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65085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uvateksti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33F7F5D-89E7-A3EE-7ED8-243ACD6C9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Kuvan paikkamerkki 2">
            <a:extLst>
              <a:ext uri="{FF2B5EF4-FFF2-40B4-BE49-F238E27FC236}">
                <a16:creationId xmlns:a16="http://schemas.microsoft.com/office/drawing/2014/main" id="{093EAA40-77F8-166F-F152-93CA52EC79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B3E882FE-CB6F-AB65-08B7-22D1FD60FA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E1C8B9DC-C32B-D362-C8A0-2C282AA9D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79B8-8FF9-4FE6-98A8-2F7E9CB41F39}" type="datetimeFigureOut">
              <a:rPr lang="fi-FI" smtClean="0"/>
              <a:t>16.12.2025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64551FFD-3A7C-9174-7EB8-7D44B311D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64F85FCD-B909-2347-41A2-4631C8FD6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69F00-D6CD-4193-A3FB-DB6732AD0AD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58420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D207658-3D90-3DF5-8882-7FCA751C6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B1A537FA-8D42-5D50-6CFC-CB45C8D125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30C96937-FF13-90BC-BE69-784F4DC5A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79B8-8FF9-4FE6-98A8-2F7E9CB41F39}" type="datetimeFigureOut">
              <a:rPr lang="fi-FI" smtClean="0"/>
              <a:t>16.12.2025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C868FA2F-4E8A-8583-49A0-4442B9FDA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4E3DDB85-1116-5318-6D3B-49F513638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69F00-D6CD-4193-A3FB-DB6732AD0AD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502265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>
            <a:extLst>
              <a:ext uri="{FF2B5EF4-FFF2-40B4-BE49-F238E27FC236}">
                <a16:creationId xmlns:a16="http://schemas.microsoft.com/office/drawing/2014/main" id="{AD7DA247-7765-976D-163A-1DA5CC6CED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37A319F9-1B26-443F-47E7-0B06F43E8E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46810045-1D20-9393-47C4-554DAFA42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79B8-8FF9-4FE6-98A8-2F7E9CB41F39}" type="datetimeFigureOut">
              <a:rPr lang="fi-FI" smtClean="0"/>
              <a:t>16.12.2025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0FB0A116-80B2-440F-B96D-3F3C8FAFA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410658C8-3BBF-953C-07B6-25CFF5A82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69F00-D6CD-4193-A3FB-DB6732AD0AD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36097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>
            <a:extLst>
              <a:ext uri="{FF2B5EF4-FFF2-40B4-BE49-F238E27FC236}">
                <a16:creationId xmlns:a16="http://schemas.microsoft.com/office/drawing/2014/main" id="{D17D77AC-372A-72E1-0C22-2B0DAFEDA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CB0C7178-8AA1-9BA6-FF3D-13778B0F8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ACD491C3-1717-DE8B-4E68-E6BA1D3BF7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4179B8-8FF9-4FE6-98A8-2F7E9CB41F39}" type="datetimeFigureOut">
              <a:rPr lang="fi-FI" smtClean="0"/>
              <a:t>16.12.2025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C37AD85A-60BA-A6A9-0785-56EF507519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FC32A928-0C9D-1FFD-1B87-B35C7627A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969F00-D6CD-4193-A3FB-DB6732AD0AD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606383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image" Target="../media/image2.jpeg"/><Relationship Id="rId7" Type="http://schemas.openxmlformats.org/officeDocument/2006/relationships/slide" Target="slide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5" Type="http://schemas.openxmlformats.org/officeDocument/2006/relationships/image" Target="../media/image4.jpeg"/><Relationship Id="rId10" Type="http://schemas.openxmlformats.org/officeDocument/2006/relationships/image" Target="../media/image5.png"/><Relationship Id="rId4" Type="http://schemas.openxmlformats.org/officeDocument/2006/relationships/image" Target="../media/image3.jpeg"/><Relationship Id="rId9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image" Target="../media/image2.jpeg"/><Relationship Id="rId7" Type="http://schemas.openxmlformats.org/officeDocument/2006/relationships/slide" Target="slide5.xml"/><Relationship Id="rId12" Type="http://schemas.openxmlformats.org/officeDocument/2006/relationships/slide" Target="slide9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slide" Target="slide8.xml"/><Relationship Id="rId5" Type="http://schemas.openxmlformats.org/officeDocument/2006/relationships/image" Target="../media/image4.jpeg"/><Relationship Id="rId10" Type="http://schemas.openxmlformats.org/officeDocument/2006/relationships/slide" Target="slide2.xml"/><Relationship Id="rId4" Type="http://schemas.openxmlformats.org/officeDocument/2006/relationships/image" Target="../media/image3.jpe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image" Target="../media/image2.jpeg"/><Relationship Id="rId7" Type="http://schemas.openxmlformats.org/officeDocument/2006/relationships/slide" Target="slide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5" Type="http://schemas.openxmlformats.org/officeDocument/2006/relationships/image" Target="../media/image4.jpeg"/><Relationship Id="rId10" Type="http://schemas.openxmlformats.org/officeDocument/2006/relationships/slide" Target="slide7.xml"/><Relationship Id="rId4" Type="http://schemas.openxmlformats.org/officeDocument/2006/relationships/image" Target="../media/image3.jpeg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" Target="slide5.xml"/><Relationship Id="rId7" Type="http://schemas.openxmlformats.org/officeDocument/2006/relationships/image" Target="../media/image6.png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slide" Target="slide6.xml"/><Relationship Id="rId10" Type="http://schemas.openxmlformats.org/officeDocument/2006/relationships/image" Target="../media/image9.png"/><Relationship Id="rId4" Type="http://schemas.openxmlformats.org/officeDocument/2006/relationships/slide" Target="slide3.xml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slide" Target="slide5.xml"/><Relationship Id="rId7" Type="http://schemas.openxmlformats.org/officeDocument/2006/relationships/image" Target="../media/image10.png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slide" Target="slide6.xml"/><Relationship Id="rId10" Type="http://schemas.openxmlformats.org/officeDocument/2006/relationships/image" Target="../media/image13.jpeg"/><Relationship Id="rId4" Type="http://schemas.openxmlformats.org/officeDocument/2006/relationships/slide" Target="slide3.xml"/><Relationship Id="rId9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02530754-63D6-7ECD-C979-8DD08D1721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 err="1"/>
              <a:t>PhoneShop</a:t>
            </a:r>
            <a:r>
              <a:rPr lang="fi-FI" dirty="0"/>
              <a:t> malli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B33840B4-0D3A-0C77-6CEF-BA631C32C8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995838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Osta iPhone - Apple (FI)">
            <a:extLst>
              <a:ext uri="{FF2B5EF4-FFF2-40B4-BE49-F238E27FC236}">
                <a16:creationId xmlns:a16="http://schemas.microsoft.com/office/drawing/2014/main" id="{D4C11A39-D526-7442-9739-D3DF3474C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826" y="2951967"/>
            <a:ext cx="1913732" cy="1778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PPLE IPHONE 16 128GB PUHELIN">
            <a:extLst>
              <a:ext uri="{FF2B5EF4-FFF2-40B4-BE49-F238E27FC236}">
                <a16:creationId xmlns:a16="http://schemas.microsoft.com/office/drawing/2014/main" id="{2E3E38F8-EA8D-A04E-0B55-F5FE55960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3582" y="3174296"/>
            <a:ext cx="1623932" cy="1623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1,665.00 | Apple iPhone 16 Pro Max 17,5 cm (6.9&quot;) Kaksois-SIM iOS 1...">
            <a:extLst>
              <a:ext uri="{FF2B5EF4-FFF2-40B4-BE49-F238E27FC236}">
                <a16:creationId xmlns:a16="http://schemas.microsoft.com/office/drawing/2014/main" id="{CF1323CF-AB45-ACC7-E9FC-21614D741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8113" y="2854068"/>
            <a:ext cx="2245924" cy="2245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Phone Air 5G älypuhelin 512 GB (taivaansininen)">
            <a:extLst>
              <a:ext uri="{FF2B5EF4-FFF2-40B4-BE49-F238E27FC236}">
                <a16:creationId xmlns:a16="http://schemas.microsoft.com/office/drawing/2014/main" id="{379B2424-DA6E-B008-B9B0-D508C9C6C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542" y="3121604"/>
            <a:ext cx="1392155" cy="1729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uorakulmio 1">
            <a:extLst>
              <a:ext uri="{FF2B5EF4-FFF2-40B4-BE49-F238E27FC236}">
                <a16:creationId xmlns:a16="http://schemas.microsoft.com/office/drawing/2014/main" id="{B45B7708-CE2B-E8A1-BD6B-0AAA209F89BC}"/>
              </a:ext>
            </a:extLst>
          </p:cNvPr>
          <p:cNvSpPr/>
          <p:nvPr/>
        </p:nvSpPr>
        <p:spPr>
          <a:xfrm>
            <a:off x="-15963" y="21692"/>
            <a:ext cx="12192000" cy="1144104"/>
          </a:xfrm>
          <a:prstGeom prst="rect">
            <a:avLst/>
          </a:prstGeom>
          <a:solidFill>
            <a:srgbClr val="EDEDE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b="1" i="1" dirty="0" err="1">
                <a:solidFill>
                  <a:srgbClr val="7030A0"/>
                </a:solidFill>
                <a:latin typeface="Source Sans Pro" panose="020B0503030403020204" pitchFamily="34" charset="0"/>
              </a:rPr>
              <a:t>PhoneShop</a:t>
            </a:r>
            <a:r>
              <a:rPr lang="fi-FI" dirty="0">
                <a:solidFill>
                  <a:srgbClr val="FF0000"/>
                </a:solidFill>
                <a:latin typeface="Source Sans Pro" panose="020B0503030403020204" pitchFamily="34" charset="0"/>
              </a:rPr>
              <a:t> </a:t>
            </a:r>
          </a:p>
        </p:txBody>
      </p:sp>
      <p:sp>
        <p:nvSpPr>
          <p:cNvPr id="3" name="Suorakulmio 2">
            <a:extLst>
              <a:ext uri="{FF2B5EF4-FFF2-40B4-BE49-F238E27FC236}">
                <a16:creationId xmlns:a16="http://schemas.microsoft.com/office/drawing/2014/main" id="{6DE9725E-2411-0DEC-CAA9-93C51F8E0F08}"/>
              </a:ext>
            </a:extLst>
          </p:cNvPr>
          <p:cNvSpPr/>
          <p:nvPr/>
        </p:nvSpPr>
        <p:spPr>
          <a:xfrm>
            <a:off x="0" y="6440045"/>
            <a:ext cx="12192000" cy="41795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>
              <a:solidFill>
                <a:srgbClr val="7030A0"/>
              </a:solidFill>
            </a:endParaRPr>
          </a:p>
        </p:txBody>
      </p:sp>
      <p:sp>
        <p:nvSpPr>
          <p:cNvPr id="4" name="Suorakulmio: Pyöristetyt kulmat 3">
            <a:hlinkClick r:id="rId6" action="ppaction://hlinksldjump"/>
            <a:extLst>
              <a:ext uri="{FF2B5EF4-FFF2-40B4-BE49-F238E27FC236}">
                <a16:creationId xmlns:a16="http://schemas.microsoft.com/office/drawing/2014/main" id="{E301AC89-B45D-2A36-4CA6-537BBAA6E08E}"/>
              </a:ext>
            </a:extLst>
          </p:cNvPr>
          <p:cNvSpPr/>
          <p:nvPr/>
        </p:nvSpPr>
        <p:spPr>
          <a:xfrm>
            <a:off x="9062012" y="181948"/>
            <a:ext cx="1008264" cy="363185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Kirjaudu</a:t>
            </a:r>
          </a:p>
        </p:txBody>
      </p:sp>
      <p:sp>
        <p:nvSpPr>
          <p:cNvPr id="5" name="Suorakulmio: Pyöristetyt kulmat 4">
            <a:hlinkClick r:id="rId7" action="ppaction://hlinksldjump"/>
            <a:extLst>
              <a:ext uri="{FF2B5EF4-FFF2-40B4-BE49-F238E27FC236}">
                <a16:creationId xmlns:a16="http://schemas.microsoft.com/office/drawing/2014/main" id="{6A19CAD9-DD45-D178-1887-B9D6A64DACBF}"/>
              </a:ext>
            </a:extLst>
          </p:cNvPr>
          <p:cNvSpPr/>
          <p:nvPr/>
        </p:nvSpPr>
        <p:spPr>
          <a:xfrm>
            <a:off x="8860407" y="695161"/>
            <a:ext cx="1360290" cy="363184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Rekisteröidy</a:t>
            </a:r>
          </a:p>
        </p:txBody>
      </p:sp>
      <p:sp>
        <p:nvSpPr>
          <p:cNvPr id="8" name="Suorakulmio: Pyöristetyt kulmat 7">
            <a:hlinkClick r:id="rId8" action="ppaction://hlinksldjump"/>
            <a:extLst>
              <a:ext uri="{FF2B5EF4-FFF2-40B4-BE49-F238E27FC236}">
                <a16:creationId xmlns:a16="http://schemas.microsoft.com/office/drawing/2014/main" id="{77ADA5A3-5F5D-F099-1F97-EA2932863E1A}"/>
              </a:ext>
            </a:extLst>
          </p:cNvPr>
          <p:cNvSpPr/>
          <p:nvPr/>
        </p:nvSpPr>
        <p:spPr>
          <a:xfrm>
            <a:off x="231472" y="166312"/>
            <a:ext cx="970385" cy="811480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___</a:t>
            </a:r>
          </a:p>
          <a:p>
            <a:pPr algn="ctr"/>
            <a:r>
              <a:rPr lang="fi-FI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___</a:t>
            </a:r>
          </a:p>
          <a:p>
            <a:pPr algn="ctr"/>
            <a:r>
              <a:rPr lang="fi-FI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___</a:t>
            </a:r>
          </a:p>
        </p:txBody>
      </p:sp>
      <p:sp>
        <p:nvSpPr>
          <p:cNvPr id="11" name="Tekstiruutu 10">
            <a:extLst>
              <a:ext uri="{FF2B5EF4-FFF2-40B4-BE49-F238E27FC236}">
                <a16:creationId xmlns:a16="http://schemas.microsoft.com/office/drawing/2014/main" id="{25A045DD-ABF6-9B05-78F9-88EAD7A67DB6}"/>
              </a:ext>
            </a:extLst>
          </p:cNvPr>
          <p:cNvSpPr txBox="1"/>
          <p:nvPr/>
        </p:nvSpPr>
        <p:spPr>
          <a:xfrm>
            <a:off x="4809021" y="1341012"/>
            <a:ext cx="2542032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fi-FI" dirty="0"/>
              <a:t>                  </a:t>
            </a:r>
            <a:r>
              <a:rPr lang="fi-FI" i="1" dirty="0"/>
              <a:t>Tuote</a:t>
            </a:r>
          </a:p>
        </p:txBody>
      </p:sp>
      <p:sp>
        <p:nvSpPr>
          <p:cNvPr id="12" name="Suorakulmio: Pyöristetyt kulmat 11">
            <a:extLst>
              <a:ext uri="{FF2B5EF4-FFF2-40B4-BE49-F238E27FC236}">
                <a16:creationId xmlns:a16="http://schemas.microsoft.com/office/drawing/2014/main" id="{19FECA32-0345-0024-51EE-17AB08F9308E}"/>
              </a:ext>
            </a:extLst>
          </p:cNvPr>
          <p:cNvSpPr/>
          <p:nvPr/>
        </p:nvSpPr>
        <p:spPr>
          <a:xfrm>
            <a:off x="3993582" y="1292945"/>
            <a:ext cx="763979" cy="478106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b="1" i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Hae</a:t>
            </a:r>
          </a:p>
        </p:txBody>
      </p:sp>
      <p:pic>
        <p:nvPicPr>
          <p:cNvPr id="18" name="Kuva 17">
            <a:hlinkClick r:id="rId9" action="ppaction://hlinksldjump"/>
            <a:extLst>
              <a:ext uri="{FF2B5EF4-FFF2-40B4-BE49-F238E27FC236}">
                <a16:creationId xmlns:a16="http://schemas.microsoft.com/office/drawing/2014/main" id="{405513D9-613F-1614-2543-03F6A8473C3F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760979" y="143070"/>
            <a:ext cx="1025196" cy="901347"/>
          </a:xfrm>
          <a:prstGeom prst="rect">
            <a:avLst/>
          </a:prstGeom>
        </p:spPr>
      </p:pic>
      <p:sp>
        <p:nvSpPr>
          <p:cNvPr id="7" name="Tekstiruutu 6">
            <a:extLst>
              <a:ext uri="{FF2B5EF4-FFF2-40B4-BE49-F238E27FC236}">
                <a16:creationId xmlns:a16="http://schemas.microsoft.com/office/drawing/2014/main" id="{CAF26115-6CAD-C3B1-6B4C-0B119CAD6234}"/>
              </a:ext>
            </a:extLst>
          </p:cNvPr>
          <p:cNvSpPr txBox="1"/>
          <p:nvPr/>
        </p:nvSpPr>
        <p:spPr>
          <a:xfrm>
            <a:off x="1997552" y="4926639"/>
            <a:ext cx="1228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200" dirty="0" err="1"/>
              <a:t>Iphone</a:t>
            </a:r>
            <a:r>
              <a:rPr lang="fi-FI" sz="1200" dirty="0"/>
              <a:t> 17 pro</a:t>
            </a:r>
          </a:p>
          <a:p>
            <a:r>
              <a:rPr lang="fi-FI" sz="1200" dirty="0"/>
              <a:t>Hinta: </a:t>
            </a:r>
          </a:p>
        </p:txBody>
      </p:sp>
      <p:sp>
        <p:nvSpPr>
          <p:cNvPr id="9" name="Tekstiruutu 8">
            <a:extLst>
              <a:ext uri="{FF2B5EF4-FFF2-40B4-BE49-F238E27FC236}">
                <a16:creationId xmlns:a16="http://schemas.microsoft.com/office/drawing/2014/main" id="{AEB3EF8A-4F13-23F9-A0C8-2F2765BD4A5E}"/>
              </a:ext>
            </a:extLst>
          </p:cNvPr>
          <p:cNvSpPr txBox="1"/>
          <p:nvPr/>
        </p:nvSpPr>
        <p:spPr>
          <a:xfrm>
            <a:off x="4441838" y="4926639"/>
            <a:ext cx="1228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200" dirty="0" err="1"/>
              <a:t>Iphone</a:t>
            </a:r>
            <a:r>
              <a:rPr lang="fi-FI" sz="1200" dirty="0"/>
              <a:t> 17 </a:t>
            </a:r>
          </a:p>
          <a:p>
            <a:r>
              <a:rPr lang="fi-FI" sz="1200" dirty="0"/>
              <a:t>Hinta: </a:t>
            </a:r>
          </a:p>
        </p:txBody>
      </p:sp>
      <p:sp>
        <p:nvSpPr>
          <p:cNvPr id="10" name="Tekstiruutu 9">
            <a:extLst>
              <a:ext uri="{FF2B5EF4-FFF2-40B4-BE49-F238E27FC236}">
                <a16:creationId xmlns:a16="http://schemas.microsoft.com/office/drawing/2014/main" id="{274D64D0-0CBE-1C00-81B4-B3E07353E922}"/>
              </a:ext>
            </a:extLst>
          </p:cNvPr>
          <p:cNvSpPr txBox="1"/>
          <p:nvPr/>
        </p:nvSpPr>
        <p:spPr>
          <a:xfrm>
            <a:off x="6789322" y="4929173"/>
            <a:ext cx="1228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200" dirty="0" err="1"/>
              <a:t>Iphone</a:t>
            </a:r>
            <a:r>
              <a:rPr lang="fi-FI" sz="1200" dirty="0"/>
              <a:t> 16 pro</a:t>
            </a:r>
          </a:p>
          <a:p>
            <a:r>
              <a:rPr lang="fi-FI" sz="1200" dirty="0"/>
              <a:t>Hinta: </a:t>
            </a:r>
          </a:p>
        </p:txBody>
      </p:sp>
      <p:sp>
        <p:nvSpPr>
          <p:cNvPr id="13" name="Tekstiruutu 12">
            <a:extLst>
              <a:ext uri="{FF2B5EF4-FFF2-40B4-BE49-F238E27FC236}">
                <a16:creationId xmlns:a16="http://schemas.microsoft.com/office/drawing/2014/main" id="{8B961B47-2F1C-2635-AC94-514E00DB7858}"/>
              </a:ext>
            </a:extLst>
          </p:cNvPr>
          <p:cNvSpPr txBox="1"/>
          <p:nvPr/>
        </p:nvSpPr>
        <p:spPr>
          <a:xfrm>
            <a:off x="9062012" y="4926638"/>
            <a:ext cx="1228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200" dirty="0" err="1"/>
              <a:t>Iphone</a:t>
            </a:r>
            <a:r>
              <a:rPr lang="fi-FI" sz="1200" dirty="0"/>
              <a:t> air</a:t>
            </a:r>
          </a:p>
          <a:p>
            <a:r>
              <a:rPr lang="fi-FI" sz="1200" dirty="0"/>
              <a:t>Hinta: </a:t>
            </a:r>
          </a:p>
        </p:txBody>
      </p:sp>
    </p:spTree>
    <p:extLst>
      <p:ext uri="{BB962C8B-B14F-4D97-AF65-F5344CB8AC3E}">
        <p14:creationId xmlns:p14="http://schemas.microsoft.com/office/powerpoint/2010/main" val="2353039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Osta iPhone - Apple (FI)">
            <a:extLst>
              <a:ext uri="{FF2B5EF4-FFF2-40B4-BE49-F238E27FC236}">
                <a16:creationId xmlns:a16="http://schemas.microsoft.com/office/drawing/2014/main" id="{D4C11A39-D526-7442-9739-D3DF3474C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035" y="2951968"/>
            <a:ext cx="1913732" cy="1778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PPLE IPHONE 16 128GB PUHELIN">
            <a:extLst>
              <a:ext uri="{FF2B5EF4-FFF2-40B4-BE49-F238E27FC236}">
                <a16:creationId xmlns:a16="http://schemas.microsoft.com/office/drawing/2014/main" id="{2E3E38F8-EA8D-A04E-0B55-F5FE55960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3582" y="3174296"/>
            <a:ext cx="1623932" cy="1623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1,665.00 | Apple iPhone 16 Pro Max 17,5 cm (6.9&quot;) Kaksois-SIM iOS 1...">
            <a:extLst>
              <a:ext uri="{FF2B5EF4-FFF2-40B4-BE49-F238E27FC236}">
                <a16:creationId xmlns:a16="http://schemas.microsoft.com/office/drawing/2014/main" id="{CF1323CF-AB45-ACC7-E9FC-21614D741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8113" y="2854068"/>
            <a:ext cx="2245924" cy="2245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Phone Air 5G älypuhelin 512 GB (taivaansininen)">
            <a:extLst>
              <a:ext uri="{FF2B5EF4-FFF2-40B4-BE49-F238E27FC236}">
                <a16:creationId xmlns:a16="http://schemas.microsoft.com/office/drawing/2014/main" id="{379B2424-DA6E-B008-B9B0-D508C9C6C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542" y="3121604"/>
            <a:ext cx="1392155" cy="1729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uorakulmio 1">
            <a:extLst>
              <a:ext uri="{FF2B5EF4-FFF2-40B4-BE49-F238E27FC236}">
                <a16:creationId xmlns:a16="http://schemas.microsoft.com/office/drawing/2014/main" id="{B45B7708-CE2B-E8A1-BD6B-0AAA209F89BC}"/>
              </a:ext>
            </a:extLst>
          </p:cNvPr>
          <p:cNvSpPr/>
          <p:nvPr/>
        </p:nvSpPr>
        <p:spPr>
          <a:xfrm>
            <a:off x="-15963" y="21692"/>
            <a:ext cx="12192000" cy="11441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b="1" i="1" dirty="0" err="1">
                <a:solidFill>
                  <a:srgbClr val="7030A0"/>
                </a:solidFill>
                <a:latin typeface="Source Sans Pro" panose="020B0503030403020204" pitchFamily="34" charset="0"/>
              </a:rPr>
              <a:t>PhoneShop</a:t>
            </a:r>
            <a:r>
              <a:rPr lang="fi-FI" dirty="0">
                <a:solidFill>
                  <a:srgbClr val="FF0000"/>
                </a:solidFill>
                <a:latin typeface="Source Sans Pro" panose="020B0503030403020204" pitchFamily="34" charset="0"/>
              </a:rPr>
              <a:t> </a:t>
            </a:r>
          </a:p>
        </p:txBody>
      </p:sp>
      <p:sp>
        <p:nvSpPr>
          <p:cNvPr id="3" name="Suorakulmio 2">
            <a:extLst>
              <a:ext uri="{FF2B5EF4-FFF2-40B4-BE49-F238E27FC236}">
                <a16:creationId xmlns:a16="http://schemas.microsoft.com/office/drawing/2014/main" id="{6DE9725E-2411-0DEC-CAA9-93C51F8E0F08}"/>
              </a:ext>
            </a:extLst>
          </p:cNvPr>
          <p:cNvSpPr/>
          <p:nvPr/>
        </p:nvSpPr>
        <p:spPr>
          <a:xfrm>
            <a:off x="0" y="6440045"/>
            <a:ext cx="12192000" cy="41795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>
              <a:solidFill>
                <a:srgbClr val="7030A0"/>
              </a:solidFill>
            </a:endParaRPr>
          </a:p>
        </p:txBody>
      </p:sp>
      <p:sp>
        <p:nvSpPr>
          <p:cNvPr id="4" name="Suorakulmio: Pyöristetyt kulmat 3">
            <a:extLst>
              <a:ext uri="{FF2B5EF4-FFF2-40B4-BE49-F238E27FC236}">
                <a16:creationId xmlns:a16="http://schemas.microsoft.com/office/drawing/2014/main" id="{E301AC89-B45D-2A36-4CA6-537BBAA6E08E}"/>
              </a:ext>
            </a:extLst>
          </p:cNvPr>
          <p:cNvSpPr/>
          <p:nvPr/>
        </p:nvSpPr>
        <p:spPr>
          <a:xfrm>
            <a:off x="9062012" y="181948"/>
            <a:ext cx="1008264" cy="363185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>
                <a:solidFill>
                  <a:schemeClr val="accent3">
                    <a:lumMod val="40000"/>
                    <a:lumOff val="6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Kirjaudu</a:t>
            </a:r>
            <a:endParaRPr lang="fi-FI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Suorakulmio: Pyöristetyt kulmat 4">
            <a:hlinkClick r:id="rId7" action="ppaction://hlinksldjump"/>
            <a:extLst>
              <a:ext uri="{FF2B5EF4-FFF2-40B4-BE49-F238E27FC236}">
                <a16:creationId xmlns:a16="http://schemas.microsoft.com/office/drawing/2014/main" id="{6A19CAD9-DD45-D178-1887-B9D6A64DACBF}"/>
              </a:ext>
            </a:extLst>
          </p:cNvPr>
          <p:cNvSpPr/>
          <p:nvPr/>
        </p:nvSpPr>
        <p:spPr>
          <a:xfrm>
            <a:off x="8860407" y="695161"/>
            <a:ext cx="1360290" cy="363184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Rekisteröidy</a:t>
            </a:r>
          </a:p>
        </p:txBody>
      </p:sp>
      <p:sp>
        <p:nvSpPr>
          <p:cNvPr id="8" name="Suorakulmio: Pyöristetyt kulmat 7">
            <a:extLst>
              <a:ext uri="{FF2B5EF4-FFF2-40B4-BE49-F238E27FC236}">
                <a16:creationId xmlns:a16="http://schemas.microsoft.com/office/drawing/2014/main" id="{77ADA5A3-5F5D-F099-1F97-EA2932863E1A}"/>
              </a:ext>
            </a:extLst>
          </p:cNvPr>
          <p:cNvSpPr/>
          <p:nvPr/>
        </p:nvSpPr>
        <p:spPr>
          <a:xfrm>
            <a:off x="231472" y="166312"/>
            <a:ext cx="970385" cy="811480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___</a:t>
            </a:r>
          </a:p>
          <a:p>
            <a:pPr algn="ctr"/>
            <a:r>
              <a:rPr lang="fi-FI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___</a:t>
            </a:r>
          </a:p>
          <a:p>
            <a:pPr algn="ctr"/>
            <a:r>
              <a:rPr lang="fi-FI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___</a:t>
            </a:r>
          </a:p>
        </p:txBody>
      </p:sp>
      <p:sp>
        <p:nvSpPr>
          <p:cNvPr id="11" name="Tekstiruutu 10">
            <a:extLst>
              <a:ext uri="{FF2B5EF4-FFF2-40B4-BE49-F238E27FC236}">
                <a16:creationId xmlns:a16="http://schemas.microsoft.com/office/drawing/2014/main" id="{25A045DD-ABF6-9B05-78F9-88EAD7A67DB6}"/>
              </a:ext>
            </a:extLst>
          </p:cNvPr>
          <p:cNvSpPr txBox="1"/>
          <p:nvPr/>
        </p:nvSpPr>
        <p:spPr>
          <a:xfrm>
            <a:off x="4809021" y="1341012"/>
            <a:ext cx="2542032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fi-FI" dirty="0"/>
              <a:t>                  </a:t>
            </a:r>
            <a:r>
              <a:rPr lang="fi-FI" i="1" dirty="0"/>
              <a:t>Tuote</a:t>
            </a:r>
          </a:p>
        </p:txBody>
      </p:sp>
      <p:sp>
        <p:nvSpPr>
          <p:cNvPr id="12" name="Suorakulmio: Pyöristetyt kulmat 11">
            <a:extLst>
              <a:ext uri="{FF2B5EF4-FFF2-40B4-BE49-F238E27FC236}">
                <a16:creationId xmlns:a16="http://schemas.microsoft.com/office/drawing/2014/main" id="{19FECA32-0345-0024-51EE-17AB08F9308E}"/>
              </a:ext>
            </a:extLst>
          </p:cNvPr>
          <p:cNvSpPr/>
          <p:nvPr/>
        </p:nvSpPr>
        <p:spPr>
          <a:xfrm>
            <a:off x="3993582" y="1292945"/>
            <a:ext cx="763979" cy="478106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b="1" i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Hae</a:t>
            </a:r>
          </a:p>
        </p:txBody>
      </p:sp>
      <p:pic>
        <p:nvPicPr>
          <p:cNvPr id="18" name="Kuva 17">
            <a:hlinkClick r:id="rId8" action="ppaction://hlinksldjump"/>
            <a:extLst>
              <a:ext uri="{FF2B5EF4-FFF2-40B4-BE49-F238E27FC236}">
                <a16:creationId xmlns:a16="http://schemas.microsoft.com/office/drawing/2014/main" id="{405513D9-613F-1614-2543-03F6A8473C3F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760979" y="143070"/>
            <a:ext cx="1025196" cy="901347"/>
          </a:xfrm>
          <a:prstGeom prst="rect">
            <a:avLst/>
          </a:prstGeom>
        </p:spPr>
      </p:pic>
      <p:sp>
        <p:nvSpPr>
          <p:cNvPr id="6" name="Suorakulmio 5">
            <a:extLst>
              <a:ext uri="{FF2B5EF4-FFF2-40B4-BE49-F238E27FC236}">
                <a16:creationId xmlns:a16="http://schemas.microsoft.com/office/drawing/2014/main" id="{363470D6-9518-456D-C853-8A4F5241AB60}"/>
              </a:ext>
            </a:extLst>
          </p:cNvPr>
          <p:cNvSpPr/>
          <p:nvPr/>
        </p:nvSpPr>
        <p:spPr>
          <a:xfrm>
            <a:off x="-15963" y="29207"/>
            <a:ext cx="1846688" cy="641835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7" name="Tekstiruutu 6">
            <a:extLst>
              <a:ext uri="{FF2B5EF4-FFF2-40B4-BE49-F238E27FC236}">
                <a16:creationId xmlns:a16="http://schemas.microsoft.com/office/drawing/2014/main" id="{C0435E58-E752-036E-89DC-DC056984142B}"/>
              </a:ext>
            </a:extLst>
          </p:cNvPr>
          <p:cNvSpPr txBox="1"/>
          <p:nvPr/>
        </p:nvSpPr>
        <p:spPr>
          <a:xfrm>
            <a:off x="231472" y="282561"/>
            <a:ext cx="138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>
                <a:solidFill>
                  <a:schemeClr val="accent3">
                    <a:lumMod val="40000"/>
                    <a:lumOff val="60000"/>
                  </a:schemeClr>
                </a:solidFill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Puhelimet</a:t>
            </a:r>
            <a:endParaRPr lang="fi-FI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Tekstiruutu 8">
            <a:extLst>
              <a:ext uri="{FF2B5EF4-FFF2-40B4-BE49-F238E27FC236}">
                <a16:creationId xmlns:a16="http://schemas.microsoft.com/office/drawing/2014/main" id="{9FF20C26-5140-A805-3D2D-3063221C4FD7}"/>
              </a:ext>
            </a:extLst>
          </p:cNvPr>
          <p:cNvSpPr txBox="1"/>
          <p:nvPr/>
        </p:nvSpPr>
        <p:spPr>
          <a:xfrm>
            <a:off x="231472" y="859458"/>
            <a:ext cx="138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>
                <a:solidFill>
                  <a:schemeClr val="accent3">
                    <a:lumMod val="40000"/>
                    <a:lumOff val="60000"/>
                  </a:schemeClr>
                </a:solidFill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Kuoret</a:t>
            </a:r>
            <a:endParaRPr lang="fi-FI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Tekstiruutu 9">
            <a:extLst>
              <a:ext uri="{FF2B5EF4-FFF2-40B4-BE49-F238E27FC236}">
                <a16:creationId xmlns:a16="http://schemas.microsoft.com/office/drawing/2014/main" id="{BAD3610B-CA8D-7787-968C-93131D76C567}"/>
              </a:ext>
            </a:extLst>
          </p:cNvPr>
          <p:cNvSpPr txBox="1"/>
          <p:nvPr/>
        </p:nvSpPr>
        <p:spPr>
          <a:xfrm>
            <a:off x="231472" y="1401033"/>
            <a:ext cx="1330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>
                <a:solidFill>
                  <a:schemeClr val="accent3">
                    <a:lumMod val="40000"/>
                    <a:lumOff val="60000"/>
                  </a:schemeClr>
                </a:solidFill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Laturit</a:t>
            </a:r>
            <a:endParaRPr lang="fi-FI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Tekstiruutu 12">
            <a:extLst>
              <a:ext uri="{FF2B5EF4-FFF2-40B4-BE49-F238E27FC236}">
                <a16:creationId xmlns:a16="http://schemas.microsoft.com/office/drawing/2014/main" id="{096EB214-9515-F9F6-2200-850BA1D14140}"/>
              </a:ext>
            </a:extLst>
          </p:cNvPr>
          <p:cNvSpPr txBox="1"/>
          <p:nvPr/>
        </p:nvSpPr>
        <p:spPr>
          <a:xfrm>
            <a:off x="1997552" y="4926639"/>
            <a:ext cx="1228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200" dirty="0" err="1"/>
              <a:t>Iphone</a:t>
            </a:r>
            <a:r>
              <a:rPr lang="fi-FI" sz="1200" dirty="0"/>
              <a:t> 17 pro</a:t>
            </a:r>
          </a:p>
          <a:p>
            <a:r>
              <a:rPr lang="fi-FI" sz="1200" dirty="0"/>
              <a:t>Hinta: </a:t>
            </a:r>
          </a:p>
        </p:txBody>
      </p:sp>
      <p:sp>
        <p:nvSpPr>
          <p:cNvPr id="14" name="Tekstiruutu 13">
            <a:extLst>
              <a:ext uri="{FF2B5EF4-FFF2-40B4-BE49-F238E27FC236}">
                <a16:creationId xmlns:a16="http://schemas.microsoft.com/office/drawing/2014/main" id="{F86A6B22-956C-F925-DCB7-3A0866DFF453}"/>
              </a:ext>
            </a:extLst>
          </p:cNvPr>
          <p:cNvSpPr txBox="1"/>
          <p:nvPr/>
        </p:nvSpPr>
        <p:spPr>
          <a:xfrm>
            <a:off x="4404251" y="4926639"/>
            <a:ext cx="1228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200" dirty="0" err="1"/>
              <a:t>Iphone</a:t>
            </a:r>
            <a:r>
              <a:rPr lang="fi-FI" sz="1200" dirty="0"/>
              <a:t> 17 </a:t>
            </a:r>
          </a:p>
          <a:p>
            <a:r>
              <a:rPr lang="fi-FI" sz="1200" dirty="0"/>
              <a:t>Hinta: </a:t>
            </a:r>
          </a:p>
        </p:txBody>
      </p:sp>
      <p:sp>
        <p:nvSpPr>
          <p:cNvPr id="15" name="Tekstiruutu 14">
            <a:extLst>
              <a:ext uri="{FF2B5EF4-FFF2-40B4-BE49-F238E27FC236}">
                <a16:creationId xmlns:a16="http://schemas.microsoft.com/office/drawing/2014/main" id="{71D798B4-7240-08F0-9D0D-8D619D57BC88}"/>
              </a:ext>
            </a:extLst>
          </p:cNvPr>
          <p:cNvSpPr txBox="1"/>
          <p:nvPr/>
        </p:nvSpPr>
        <p:spPr>
          <a:xfrm>
            <a:off x="6789322" y="4929173"/>
            <a:ext cx="1228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200" dirty="0" err="1"/>
              <a:t>Iphone</a:t>
            </a:r>
            <a:r>
              <a:rPr lang="fi-FI" sz="1200" dirty="0"/>
              <a:t> 16 pro</a:t>
            </a:r>
          </a:p>
          <a:p>
            <a:r>
              <a:rPr lang="fi-FI" sz="1200" dirty="0"/>
              <a:t>Hinta: </a:t>
            </a:r>
          </a:p>
        </p:txBody>
      </p:sp>
      <p:sp>
        <p:nvSpPr>
          <p:cNvPr id="16" name="Tekstiruutu 15">
            <a:extLst>
              <a:ext uri="{FF2B5EF4-FFF2-40B4-BE49-F238E27FC236}">
                <a16:creationId xmlns:a16="http://schemas.microsoft.com/office/drawing/2014/main" id="{648B94CD-FA20-C30B-A47F-CFE73DD32167}"/>
              </a:ext>
            </a:extLst>
          </p:cNvPr>
          <p:cNvSpPr txBox="1"/>
          <p:nvPr/>
        </p:nvSpPr>
        <p:spPr>
          <a:xfrm>
            <a:off x="9062012" y="4926638"/>
            <a:ext cx="1228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200" dirty="0" err="1"/>
              <a:t>Iphone</a:t>
            </a:r>
            <a:r>
              <a:rPr lang="fi-FI" sz="1200" dirty="0"/>
              <a:t> air</a:t>
            </a:r>
          </a:p>
          <a:p>
            <a:r>
              <a:rPr lang="fi-FI" sz="1200" dirty="0"/>
              <a:t>Hinta: </a:t>
            </a:r>
          </a:p>
        </p:txBody>
      </p:sp>
    </p:spTree>
    <p:extLst>
      <p:ext uri="{BB962C8B-B14F-4D97-AF65-F5344CB8AC3E}">
        <p14:creationId xmlns:p14="http://schemas.microsoft.com/office/powerpoint/2010/main" val="1782754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7030A0"/>
            </a:gs>
            <a:gs pos="97500">
              <a:schemeClr val="accent3">
                <a:lumMod val="40000"/>
                <a:lumOff val="60000"/>
              </a:schemeClr>
            </a:gs>
            <a:gs pos="100000">
              <a:schemeClr val="accent3">
                <a:lumMod val="40000"/>
                <a:lumOff val="60000"/>
              </a:schemeClr>
            </a:gs>
            <a:gs pos="95000">
              <a:schemeClr val="accent3">
                <a:lumMod val="40000"/>
                <a:lumOff val="6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orakulmio 1">
            <a:extLst>
              <a:ext uri="{FF2B5EF4-FFF2-40B4-BE49-F238E27FC236}">
                <a16:creationId xmlns:a16="http://schemas.microsoft.com/office/drawing/2014/main" id="{ED909A05-AD6C-697D-84FA-97C042381474}"/>
              </a:ext>
            </a:extLst>
          </p:cNvPr>
          <p:cNvSpPr/>
          <p:nvPr/>
        </p:nvSpPr>
        <p:spPr>
          <a:xfrm>
            <a:off x="0" y="0"/>
            <a:ext cx="12192000" cy="976243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b="1" i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PhoneShop</a:t>
            </a:r>
            <a:endParaRPr lang="fi-FI" b="1" i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Suorakulmio 2">
            <a:extLst>
              <a:ext uri="{FF2B5EF4-FFF2-40B4-BE49-F238E27FC236}">
                <a16:creationId xmlns:a16="http://schemas.microsoft.com/office/drawing/2014/main" id="{ADE19C3D-86A3-E459-EAD7-A059A42D15A1}"/>
              </a:ext>
            </a:extLst>
          </p:cNvPr>
          <p:cNvSpPr/>
          <p:nvPr/>
        </p:nvSpPr>
        <p:spPr>
          <a:xfrm>
            <a:off x="0" y="6391965"/>
            <a:ext cx="12192000" cy="50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" name="Suorakulmio: Pyöristetyt kulmat 3">
            <a:extLst>
              <a:ext uri="{FF2B5EF4-FFF2-40B4-BE49-F238E27FC236}">
                <a16:creationId xmlns:a16="http://schemas.microsoft.com/office/drawing/2014/main" id="{ECB3F2E6-96F7-631F-4E1D-D1657E178FB3}"/>
              </a:ext>
            </a:extLst>
          </p:cNvPr>
          <p:cNvSpPr/>
          <p:nvPr/>
        </p:nvSpPr>
        <p:spPr>
          <a:xfrm>
            <a:off x="4205357" y="2279857"/>
            <a:ext cx="4046329" cy="2349570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5" name="Tekstiruutu 4">
            <a:extLst>
              <a:ext uri="{FF2B5EF4-FFF2-40B4-BE49-F238E27FC236}">
                <a16:creationId xmlns:a16="http://schemas.microsoft.com/office/drawing/2014/main" id="{DDA412C7-961C-6DA5-8368-6EED6D8D09FC}"/>
              </a:ext>
            </a:extLst>
          </p:cNvPr>
          <p:cNvSpPr txBox="1"/>
          <p:nvPr/>
        </p:nvSpPr>
        <p:spPr>
          <a:xfrm>
            <a:off x="5764693" y="2291299"/>
            <a:ext cx="1024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Kirjaudu</a:t>
            </a:r>
          </a:p>
        </p:txBody>
      </p:sp>
      <p:sp>
        <p:nvSpPr>
          <p:cNvPr id="7" name="Tekstiruutu 6">
            <a:extLst>
              <a:ext uri="{FF2B5EF4-FFF2-40B4-BE49-F238E27FC236}">
                <a16:creationId xmlns:a16="http://schemas.microsoft.com/office/drawing/2014/main" id="{00CB1247-2595-B177-A171-58B3E6A58B26}"/>
              </a:ext>
            </a:extLst>
          </p:cNvPr>
          <p:cNvSpPr txBox="1"/>
          <p:nvPr/>
        </p:nvSpPr>
        <p:spPr>
          <a:xfrm>
            <a:off x="4249530" y="2868708"/>
            <a:ext cx="1258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Sähköposti:</a:t>
            </a:r>
          </a:p>
        </p:txBody>
      </p:sp>
      <p:sp>
        <p:nvSpPr>
          <p:cNvPr id="8" name="Tekstiruutu 7">
            <a:extLst>
              <a:ext uri="{FF2B5EF4-FFF2-40B4-BE49-F238E27FC236}">
                <a16:creationId xmlns:a16="http://schemas.microsoft.com/office/drawing/2014/main" id="{EF0325D0-FD4A-AB6D-AFEA-CE2688351E18}"/>
              </a:ext>
            </a:extLst>
          </p:cNvPr>
          <p:cNvSpPr txBox="1"/>
          <p:nvPr/>
        </p:nvSpPr>
        <p:spPr>
          <a:xfrm>
            <a:off x="4249530" y="3565311"/>
            <a:ext cx="1086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Salasana:</a:t>
            </a:r>
          </a:p>
        </p:txBody>
      </p:sp>
      <p:sp>
        <p:nvSpPr>
          <p:cNvPr id="9" name="Suorakulmio 8">
            <a:extLst>
              <a:ext uri="{FF2B5EF4-FFF2-40B4-BE49-F238E27FC236}">
                <a16:creationId xmlns:a16="http://schemas.microsoft.com/office/drawing/2014/main" id="{820C1DB6-E8B9-9746-BBBE-CBC6E2144EED}"/>
              </a:ext>
            </a:extLst>
          </p:cNvPr>
          <p:cNvSpPr/>
          <p:nvPr/>
        </p:nvSpPr>
        <p:spPr>
          <a:xfrm>
            <a:off x="5501858" y="2907988"/>
            <a:ext cx="1453325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1" name="Suorakulmio 10">
            <a:extLst>
              <a:ext uri="{FF2B5EF4-FFF2-40B4-BE49-F238E27FC236}">
                <a16:creationId xmlns:a16="http://schemas.microsoft.com/office/drawing/2014/main" id="{1F037296-0D7B-6B83-8545-8FA01E517C3A}"/>
              </a:ext>
            </a:extLst>
          </p:cNvPr>
          <p:cNvSpPr/>
          <p:nvPr/>
        </p:nvSpPr>
        <p:spPr>
          <a:xfrm>
            <a:off x="5501857" y="3544761"/>
            <a:ext cx="1453325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6" name="Suorakulmio: Pyöristetyt kulmat 5">
            <a:hlinkClick r:id="rId2" action="ppaction://hlinksldjump"/>
            <a:extLst>
              <a:ext uri="{FF2B5EF4-FFF2-40B4-BE49-F238E27FC236}">
                <a16:creationId xmlns:a16="http://schemas.microsoft.com/office/drawing/2014/main" id="{F2A11E30-55CF-0274-7D5A-01F65254CD31}"/>
              </a:ext>
            </a:extLst>
          </p:cNvPr>
          <p:cNvSpPr/>
          <p:nvPr/>
        </p:nvSpPr>
        <p:spPr>
          <a:xfrm>
            <a:off x="298260" y="207521"/>
            <a:ext cx="1259753" cy="561199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>
                <a:solidFill>
                  <a:schemeClr val="tx1"/>
                </a:solidFill>
              </a:rPr>
              <a:t>Takaisin</a:t>
            </a:r>
          </a:p>
        </p:txBody>
      </p:sp>
    </p:spTree>
    <p:extLst>
      <p:ext uri="{BB962C8B-B14F-4D97-AF65-F5344CB8AC3E}">
        <p14:creationId xmlns:p14="http://schemas.microsoft.com/office/powerpoint/2010/main" val="1439153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7030A0"/>
            </a:gs>
            <a:gs pos="97500">
              <a:schemeClr val="accent3">
                <a:lumMod val="40000"/>
                <a:lumOff val="60000"/>
              </a:schemeClr>
            </a:gs>
            <a:gs pos="100000">
              <a:schemeClr val="accent3">
                <a:lumMod val="40000"/>
                <a:lumOff val="60000"/>
              </a:schemeClr>
            </a:gs>
            <a:gs pos="95000">
              <a:schemeClr val="accent3">
                <a:lumMod val="40000"/>
                <a:lumOff val="6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orakulmio 1">
            <a:extLst>
              <a:ext uri="{FF2B5EF4-FFF2-40B4-BE49-F238E27FC236}">
                <a16:creationId xmlns:a16="http://schemas.microsoft.com/office/drawing/2014/main" id="{76C22436-3055-FB86-FCCA-8780184C4482}"/>
              </a:ext>
            </a:extLst>
          </p:cNvPr>
          <p:cNvSpPr/>
          <p:nvPr/>
        </p:nvSpPr>
        <p:spPr>
          <a:xfrm>
            <a:off x="0" y="0"/>
            <a:ext cx="12192000" cy="102820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b="1" i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PhoneShop</a:t>
            </a:r>
            <a:endParaRPr lang="fi-FI" b="1" i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Suorakulmio 2">
            <a:extLst>
              <a:ext uri="{FF2B5EF4-FFF2-40B4-BE49-F238E27FC236}">
                <a16:creationId xmlns:a16="http://schemas.microsoft.com/office/drawing/2014/main" id="{15E89F90-6961-1369-E19A-F11B4D38A4C1}"/>
              </a:ext>
            </a:extLst>
          </p:cNvPr>
          <p:cNvSpPr/>
          <p:nvPr/>
        </p:nvSpPr>
        <p:spPr>
          <a:xfrm>
            <a:off x="0" y="6459667"/>
            <a:ext cx="12192000" cy="398333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" name="Suorakulmio: Pyöristetyt kulmat 3">
            <a:extLst>
              <a:ext uri="{FF2B5EF4-FFF2-40B4-BE49-F238E27FC236}">
                <a16:creationId xmlns:a16="http://schemas.microsoft.com/office/drawing/2014/main" id="{0F238521-1CAA-0EB5-6694-9A8A96A65F44}"/>
              </a:ext>
            </a:extLst>
          </p:cNvPr>
          <p:cNvSpPr/>
          <p:nvPr/>
        </p:nvSpPr>
        <p:spPr>
          <a:xfrm>
            <a:off x="3586962" y="2531279"/>
            <a:ext cx="4752524" cy="2448865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5" name="Tekstiruutu 4">
            <a:extLst>
              <a:ext uri="{FF2B5EF4-FFF2-40B4-BE49-F238E27FC236}">
                <a16:creationId xmlns:a16="http://schemas.microsoft.com/office/drawing/2014/main" id="{45D300C9-21AD-798A-610C-31FF78845FA3}"/>
              </a:ext>
            </a:extLst>
          </p:cNvPr>
          <p:cNvSpPr txBox="1"/>
          <p:nvPr/>
        </p:nvSpPr>
        <p:spPr>
          <a:xfrm>
            <a:off x="5399407" y="2590146"/>
            <a:ext cx="1393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Rekisteröidy</a:t>
            </a:r>
          </a:p>
        </p:txBody>
      </p:sp>
      <p:sp>
        <p:nvSpPr>
          <p:cNvPr id="6" name="Tekstiruutu 5">
            <a:extLst>
              <a:ext uri="{FF2B5EF4-FFF2-40B4-BE49-F238E27FC236}">
                <a16:creationId xmlns:a16="http://schemas.microsoft.com/office/drawing/2014/main" id="{64B00770-CA10-2846-CACB-60D261B9975B}"/>
              </a:ext>
            </a:extLst>
          </p:cNvPr>
          <p:cNvSpPr txBox="1"/>
          <p:nvPr/>
        </p:nvSpPr>
        <p:spPr>
          <a:xfrm>
            <a:off x="3814580" y="3116792"/>
            <a:ext cx="1408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Käyttäjänimi:</a:t>
            </a:r>
          </a:p>
        </p:txBody>
      </p:sp>
      <p:sp>
        <p:nvSpPr>
          <p:cNvPr id="7" name="Suorakulmio 6">
            <a:extLst>
              <a:ext uri="{FF2B5EF4-FFF2-40B4-BE49-F238E27FC236}">
                <a16:creationId xmlns:a16="http://schemas.microsoft.com/office/drawing/2014/main" id="{A07F2F42-9EC8-963F-62EC-1BABBA698AE3}"/>
              </a:ext>
            </a:extLst>
          </p:cNvPr>
          <p:cNvSpPr/>
          <p:nvPr/>
        </p:nvSpPr>
        <p:spPr>
          <a:xfrm>
            <a:off x="5362779" y="3168242"/>
            <a:ext cx="1408881" cy="31788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8" name="Tekstiruutu 7">
            <a:extLst>
              <a:ext uri="{FF2B5EF4-FFF2-40B4-BE49-F238E27FC236}">
                <a16:creationId xmlns:a16="http://schemas.microsoft.com/office/drawing/2014/main" id="{8569355B-E5F8-F2E7-25B3-6A966C4869E8}"/>
              </a:ext>
            </a:extLst>
          </p:cNvPr>
          <p:cNvSpPr txBox="1"/>
          <p:nvPr/>
        </p:nvSpPr>
        <p:spPr>
          <a:xfrm>
            <a:off x="3814580" y="3615645"/>
            <a:ext cx="1259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Sähköposti:</a:t>
            </a:r>
          </a:p>
        </p:txBody>
      </p:sp>
      <p:sp>
        <p:nvSpPr>
          <p:cNvPr id="9" name="Tekstiruutu 8">
            <a:extLst>
              <a:ext uri="{FF2B5EF4-FFF2-40B4-BE49-F238E27FC236}">
                <a16:creationId xmlns:a16="http://schemas.microsoft.com/office/drawing/2014/main" id="{800AF856-86EB-A9E2-0DD4-997B7A6A56B4}"/>
              </a:ext>
            </a:extLst>
          </p:cNvPr>
          <p:cNvSpPr txBox="1"/>
          <p:nvPr/>
        </p:nvSpPr>
        <p:spPr>
          <a:xfrm>
            <a:off x="3814580" y="4140223"/>
            <a:ext cx="1138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Salasana:</a:t>
            </a:r>
          </a:p>
        </p:txBody>
      </p:sp>
      <p:sp>
        <p:nvSpPr>
          <p:cNvPr id="10" name="Suorakulmio 9">
            <a:extLst>
              <a:ext uri="{FF2B5EF4-FFF2-40B4-BE49-F238E27FC236}">
                <a16:creationId xmlns:a16="http://schemas.microsoft.com/office/drawing/2014/main" id="{31699971-BE8C-6D4C-366A-460A013A0CCC}"/>
              </a:ext>
            </a:extLst>
          </p:cNvPr>
          <p:cNvSpPr/>
          <p:nvPr/>
        </p:nvSpPr>
        <p:spPr>
          <a:xfrm>
            <a:off x="5352312" y="3667095"/>
            <a:ext cx="1429813" cy="31788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1" name="Suorakulmio 10">
            <a:extLst>
              <a:ext uri="{FF2B5EF4-FFF2-40B4-BE49-F238E27FC236}">
                <a16:creationId xmlns:a16="http://schemas.microsoft.com/office/drawing/2014/main" id="{26D80AA8-D6ED-9CA2-EA58-2E33865DB22F}"/>
              </a:ext>
            </a:extLst>
          </p:cNvPr>
          <p:cNvSpPr/>
          <p:nvPr/>
        </p:nvSpPr>
        <p:spPr>
          <a:xfrm>
            <a:off x="5352312" y="4165948"/>
            <a:ext cx="1448127" cy="31788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2" name="Suorakulmio: Pyöristetyt kulmat 11">
            <a:hlinkClick r:id="rId2" action="ppaction://hlinksldjump"/>
            <a:extLst>
              <a:ext uri="{FF2B5EF4-FFF2-40B4-BE49-F238E27FC236}">
                <a16:creationId xmlns:a16="http://schemas.microsoft.com/office/drawing/2014/main" id="{DDE1FF0A-3D55-2861-A207-1C1B494B63AB}"/>
              </a:ext>
            </a:extLst>
          </p:cNvPr>
          <p:cNvSpPr/>
          <p:nvPr/>
        </p:nvSpPr>
        <p:spPr>
          <a:xfrm>
            <a:off x="298260" y="207521"/>
            <a:ext cx="1259753" cy="561199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>
                <a:solidFill>
                  <a:schemeClr val="tx1"/>
                </a:solidFill>
              </a:rPr>
              <a:t>Takaisin</a:t>
            </a:r>
          </a:p>
        </p:txBody>
      </p:sp>
    </p:spTree>
    <p:extLst>
      <p:ext uri="{BB962C8B-B14F-4D97-AF65-F5344CB8AC3E}">
        <p14:creationId xmlns:p14="http://schemas.microsoft.com/office/powerpoint/2010/main" val="991126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Osta iPhone - Apple (FI)">
            <a:extLst>
              <a:ext uri="{FF2B5EF4-FFF2-40B4-BE49-F238E27FC236}">
                <a16:creationId xmlns:a16="http://schemas.microsoft.com/office/drawing/2014/main" id="{D4C11A39-D526-7442-9739-D3DF3474C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035" y="2951968"/>
            <a:ext cx="1913732" cy="1778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PPLE IPHONE 16 128GB PUHELIN">
            <a:extLst>
              <a:ext uri="{FF2B5EF4-FFF2-40B4-BE49-F238E27FC236}">
                <a16:creationId xmlns:a16="http://schemas.microsoft.com/office/drawing/2014/main" id="{2E3E38F8-EA8D-A04E-0B55-F5FE55960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3582" y="3174296"/>
            <a:ext cx="1623932" cy="1623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1,665.00 | Apple iPhone 16 Pro Max 17,5 cm (6.9&quot;) Kaksois-SIM iOS 1...">
            <a:extLst>
              <a:ext uri="{FF2B5EF4-FFF2-40B4-BE49-F238E27FC236}">
                <a16:creationId xmlns:a16="http://schemas.microsoft.com/office/drawing/2014/main" id="{CF1323CF-AB45-ACC7-E9FC-21614D741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8113" y="2854068"/>
            <a:ext cx="2245924" cy="2245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Phone Air 5G älypuhelin 512 GB (taivaansininen)">
            <a:extLst>
              <a:ext uri="{FF2B5EF4-FFF2-40B4-BE49-F238E27FC236}">
                <a16:creationId xmlns:a16="http://schemas.microsoft.com/office/drawing/2014/main" id="{379B2424-DA6E-B008-B9B0-D508C9C6C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542" y="3121604"/>
            <a:ext cx="1392155" cy="1729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uorakulmio 1">
            <a:extLst>
              <a:ext uri="{FF2B5EF4-FFF2-40B4-BE49-F238E27FC236}">
                <a16:creationId xmlns:a16="http://schemas.microsoft.com/office/drawing/2014/main" id="{B45B7708-CE2B-E8A1-BD6B-0AAA209F89BC}"/>
              </a:ext>
            </a:extLst>
          </p:cNvPr>
          <p:cNvSpPr/>
          <p:nvPr/>
        </p:nvSpPr>
        <p:spPr>
          <a:xfrm>
            <a:off x="-15963" y="21692"/>
            <a:ext cx="12192000" cy="11441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b="1" i="1" dirty="0" err="1">
                <a:solidFill>
                  <a:srgbClr val="7030A0"/>
                </a:solidFill>
                <a:latin typeface="Source Sans Pro" panose="020B0503030403020204" pitchFamily="34" charset="0"/>
              </a:rPr>
              <a:t>PhoneShop</a:t>
            </a:r>
            <a:r>
              <a:rPr lang="fi-FI" dirty="0">
                <a:solidFill>
                  <a:srgbClr val="FF0000"/>
                </a:solidFill>
                <a:latin typeface="Source Sans Pro" panose="020B0503030403020204" pitchFamily="34" charset="0"/>
              </a:rPr>
              <a:t> </a:t>
            </a:r>
          </a:p>
        </p:txBody>
      </p:sp>
      <p:sp>
        <p:nvSpPr>
          <p:cNvPr id="3" name="Suorakulmio 2">
            <a:extLst>
              <a:ext uri="{FF2B5EF4-FFF2-40B4-BE49-F238E27FC236}">
                <a16:creationId xmlns:a16="http://schemas.microsoft.com/office/drawing/2014/main" id="{6DE9725E-2411-0DEC-CAA9-93C51F8E0F08}"/>
              </a:ext>
            </a:extLst>
          </p:cNvPr>
          <p:cNvSpPr/>
          <p:nvPr/>
        </p:nvSpPr>
        <p:spPr>
          <a:xfrm>
            <a:off x="0" y="6440045"/>
            <a:ext cx="12192000" cy="41795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>
              <a:solidFill>
                <a:srgbClr val="7030A0"/>
              </a:solidFill>
            </a:endParaRPr>
          </a:p>
        </p:txBody>
      </p:sp>
      <p:sp>
        <p:nvSpPr>
          <p:cNvPr id="4" name="Suorakulmio: Pyöristetyt kulmat 3">
            <a:extLst>
              <a:ext uri="{FF2B5EF4-FFF2-40B4-BE49-F238E27FC236}">
                <a16:creationId xmlns:a16="http://schemas.microsoft.com/office/drawing/2014/main" id="{E301AC89-B45D-2A36-4CA6-537BBAA6E08E}"/>
              </a:ext>
            </a:extLst>
          </p:cNvPr>
          <p:cNvSpPr/>
          <p:nvPr/>
        </p:nvSpPr>
        <p:spPr>
          <a:xfrm>
            <a:off x="9062012" y="181948"/>
            <a:ext cx="1008264" cy="363185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>
                <a:solidFill>
                  <a:schemeClr val="accent3">
                    <a:lumMod val="40000"/>
                    <a:lumOff val="6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Kirjaudu</a:t>
            </a:r>
            <a:endParaRPr lang="fi-FI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Suorakulmio: Pyöristetyt kulmat 4">
            <a:hlinkClick r:id="rId7" action="ppaction://hlinksldjump"/>
            <a:extLst>
              <a:ext uri="{FF2B5EF4-FFF2-40B4-BE49-F238E27FC236}">
                <a16:creationId xmlns:a16="http://schemas.microsoft.com/office/drawing/2014/main" id="{6A19CAD9-DD45-D178-1887-B9D6A64DACBF}"/>
              </a:ext>
            </a:extLst>
          </p:cNvPr>
          <p:cNvSpPr/>
          <p:nvPr/>
        </p:nvSpPr>
        <p:spPr>
          <a:xfrm>
            <a:off x="8860407" y="695161"/>
            <a:ext cx="1360290" cy="363184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Rekisteröidy</a:t>
            </a:r>
          </a:p>
        </p:txBody>
      </p:sp>
      <p:sp>
        <p:nvSpPr>
          <p:cNvPr id="8" name="Suorakulmio: Pyöristetyt kulmat 7">
            <a:hlinkClick r:id="rId8" action="ppaction://hlinksldjump"/>
            <a:extLst>
              <a:ext uri="{FF2B5EF4-FFF2-40B4-BE49-F238E27FC236}">
                <a16:creationId xmlns:a16="http://schemas.microsoft.com/office/drawing/2014/main" id="{77ADA5A3-5F5D-F099-1F97-EA2932863E1A}"/>
              </a:ext>
            </a:extLst>
          </p:cNvPr>
          <p:cNvSpPr/>
          <p:nvPr/>
        </p:nvSpPr>
        <p:spPr>
          <a:xfrm>
            <a:off x="231472" y="166312"/>
            <a:ext cx="970385" cy="811480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___</a:t>
            </a:r>
          </a:p>
          <a:p>
            <a:pPr algn="ctr"/>
            <a:r>
              <a:rPr lang="fi-FI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___</a:t>
            </a:r>
          </a:p>
          <a:p>
            <a:pPr algn="ctr"/>
            <a:r>
              <a:rPr lang="fi-FI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___</a:t>
            </a:r>
          </a:p>
        </p:txBody>
      </p:sp>
      <p:sp>
        <p:nvSpPr>
          <p:cNvPr id="11" name="Tekstiruutu 10">
            <a:extLst>
              <a:ext uri="{FF2B5EF4-FFF2-40B4-BE49-F238E27FC236}">
                <a16:creationId xmlns:a16="http://schemas.microsoft.com/office/drawing/2014/main" id="{25A045DD-ABF6-9B05-78F9-88EAD7A67DB6}"/>
              </a:ext>
            </a:extLst>
          </p:cNvPr>
          <p:cNvSpPr txBox="1"/>
          <p:nvPr/>
        </p:nvSpPr>
        <p:spPr>
          <a:xfrm>
            <a:off x="4809021" y="1341012"/>
            <a:ext cx="2542032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fi-FI" dirty="0"/>
              <a:t>                  </a:t>
            </a:r>
            <a:r>
              <a:rPr lang="fi-FI" i="1" dirty="0"/>
              <a:t>Tuote</a:t>
            </a:r>
          </a:p>
        </p:txBody>
      </p:sp>
      <p:sp>
        <p:nvSpPr>
          <p:cNvPr id="12" name="Suorakulmio: Pyöristetyt kulmat 11">
            <a:extLst>
              <a:ext uri="{FF2B5EF4-FFF2-40B4-BE49-F238E27FC236}">
                <a16:creationId xmlns:a16="http://schemas.microsoft.com/office/drawing/2014/main" id="{19FECA32-0345-0024-51EE-17AB08F9308E}"/>
              </a:ext>
            </a:extLst>
          </p:cNvPr>
          <p:cNvSpPr/>
          <p:nvPr/>
        </p:nvSpPr>
        <p:spPr>
          <a:xfrm>
            <a:off x="3993582" y="1292945"/>
            <a:ext cx="763979" cy="478106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b="1" i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Hae</a:t>
            </a:r>
          </a:p>
        </p:txBody>
      </p:sp>
      <p:pic>
        <p:nvPicPr>
          <p:cNvPr id="18" name="Kuva 17">
            <a:extLst>
              <a:ext uri="{FF2B5EF4-FFF2-40B4-BE49-F238E27FC236}">
                <a16:creationId xmlns:a16="http://schemas.microsoft.com/office/drawing/2014/main" id="{405513D9-613F-1614-2543-03F6A8473C3F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760979" y="143070"/>
            <a:ext cx="1025196" cy="901347"/>
          </a:xfrm>
          <a:prstGeom prst="rect">
            <a:avLst/>
          </a:prstGeom>
        </p:spPr>
      </p:pic>
      <p:sp>
        <p:nvSpPr>
          <p:cNvPr id="6" name="Suorakulmio 5">
            <a:extLst>
              <a:ext uri="{FF2B5EF4-FFF2-40B4-BE49-F238E27FC236}">
                <a16:creationId xmlns:a16="http://schemas.microsoft.com/office/drawing/2014/main" id="{2E9D93D7-4293-3195-70D4-859CB76AA9E5}"/>
              </a:ext>
            </a:extLst>
          </p:cNvPr>
          <p:cNvSpPr/>
          <p:nvPr/>
        </p:nvSpPr>
        <p:spPr>
          <a:xfrm>
            <a:off x="10462620" y="21692"/>
            <a:ext cx="1713417" cy="6418353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9" name="Ellipsi 8">
            <a:hlinkClick r:id="rId10" action="ppaction://hlinksldjump"/>
            <a:extLst>
              <a:ext uri="{FF2B5EF4-FFF2-40B4-BE49-F238E27FC236}">
                <a16:creationId xmlns:a16="http://schemas.microsoft.com/office/drawing/2014/main" id="{15E4754D-A74F-C7B7-C3BC-D946547766E9}"/>
              </a:ext>
            </a:extLst>
          </p:cNvPr>
          <p:cNvSpPr/>
          <p:nvPr/>
        </p:nvSpPr>
        <p:spPr>
          <a:xfrm>
            <a:off x="10462394" y="5321573"/>
            <a:ext cx="1713417" cy="1013414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>
                <a:solidFill>
                  <a:schemeClr val="tx1"/>
                </a:solidFill>
              </a:rPr>
              <a:t>Siirry</a:t>
            </a:r>
            <a:r>
              <a:rPr lang="fi-FI" dirty="0"/>
              <a:t> </a:t>
            </a:r>
            <a:r>
              <a:rPr lang="fi-FI" dirty="0">
                <a:solidFill>
                  <a:schemeClr val="tx1"/>
                </a:solidFill>
              </a:rPr>
              <a:t>ostoskoriin</a:t>
            </a:r>
          </a:p>
        </p:txBody>
      </p:sp>
      <p:sp>
        <p:nvSpPr>
          <p:cNvPr id="7" name="Tekstiruutu 6">
            <a:extLst>
              <a:ext uri="{FF2B5EF4-FFF2-40B4-BE49-F238E27FC236}">
                <a16:creationId xmlns:a16="http://schemas.microsoft.com/office/drawing/2014/main" id="{22F42B81-D57B-A093-2BAC-AFF39B66ACA8}"/>
              </a:ext>
            </a:extLst>
          </p:cNvPr>
          <p:cNvSpPr txBox="1"/>
          <p:nvPr/>
        </p:nvSpPr>
        <p:spPr>
          <a:xfrm>
            <a:off x="9062012" y="4926638"/>
            <a:ext cx="1228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200" dirty="0" err="1"/>
              <a:t>Iphone</a:t>
            </a:r>
            <a:r>
              <a:rPr lang="fi-FI" sz="1200" dirty="0"/>
              <a:t> air</a:t>
            </a:r>
          </a:p>
          <a:p>
            <a:r>
              <a:rPr lang="fi-FI" sz="1200" dirty="0"/>
              <a:t>Hinta: </a:t>
            </a:r>
          </a:p>
        </p:txBody>
      </p:sp>
      <p:sp>
        <p:nvSpPr>
          <p:cNvPr id="10" name="Tekstiruutu 9">
            <a:extLst>
              <a:ext uri="{FF2B5EF4-FFF2-40B4-BE49-F238E27FC236}">
                <a16:creationId xmlns:a16="http://schemas.microsoft.com/office/drawing/2014/main" id="{A4406276-5EBC-06F4-B7D1-F01B62AED3E3}"/>
              </a:ext>
            </a:extLst>
          </p:cNvPr>
          <p:cNvSpPr txBox="1"/>
          <p:nvPr/>
        </p:nvSpPr>
        <p:spPr>
          <a:xfrm>
            <a:off x="6789322" y="4929173"/>
            <a:ext cx="1228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200" dirty="0" err="1"/>
              <a:t>Iphone</a:t>
            </a:r>
            <a:r>
              <a:rPr lang="fi-FI" sz="1200" dirty="0"/>
              <a:t> 16 pro</a:t>
            </a:r>
          </a:p>
          <a:p>
            <a:r>
              <a:rPr lang="fi-FI" sz="1200" dirty="0"/>
              <a:t>Hinta: </a:t>
            </a:r>
          </a:p>
        </p:txBody>
      </p:sp>
      <p:sp>
        <p:nvSpPr>
          <p:cNvPr id="13" name="Tekstiruutu 12">
            <a:extLst>
              <a:ext uri="{FF2B5EF4-FFF2-40B4-BE49-F238E27FC236}">
                <a16:creationId xmlns:a16="http://schemas.microsoft.com/office/drawing/2014/main" id="{29DACD32-005D-0970-C823-1244B05419C7}"/>
              </a:ext>
            </a:extLst>
          </p:cNvPr>
          <p:cNvSpPr txBox="1"/>
          <p:nvPr/>
        </p:nvSpPr>
        <p:spPr>
          <a:xfrm>
            <a:off x="4404251" y="4926639"/>
            <a:ext cx="1228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200" dirty="0" err="1"/>
              <a:t>Iphone</a:t>
            </a:r>
            <a:r>
              <a:rPr lang="fi-FI" sz="1200" dirty="0"/>
              <a:t> 17 </a:t>
            </a:r>
          </a:p>
          <a:p>
            <a:r>
              <a:rPr lang="fi-FI" sz="1200" dirty="0"/>
              <a:t>Hinta: </a:t>
            </a:r>
          </a:p>
        </p:txBody>
      </p:sp>
      <p:sp>
        <p:nvSpPr>
          <p:cNvPr id="14" name="Tekstiruutu 13">
            <a:extLst>
              <a:ext uri="{FF2B5EF4-FFF2-40B4-BE49-F238E27FC236}">
                <a16:creationId xmlns:a16="http://schemas.microsoft.com/office/drawing/2014/main" id="{91DFE5F0-2D61-1D8A-0496-A8FBB0305BD4}"/>
              </a:ext>
            </a:extLst>
          </p:cNvPr>
          <p:cNvSpPr txBox="1"/>
          <p:nvPr/>
        </p:nvSpPr>
        <p:spPr>
          <a:xfrm>
            <a:off x="1997552" y="4926639"/>
            <a:ext cx="1228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200" dirty="0" err="1"/>
              <a:t>Iphone</a:t>
            </a:r>
            <a:r>
              <a:rPr lang="fi-FI" sz="1200" dirty="0"/>
              <a:t> 17 pro</a:t>
            </a:r>
          </a:p>
          <a:p>
            <a:r>
              <a:rPr lang="fi-FI" sz="1200" dirty="0"/>
              <a:t>Hinta: </a:t>
            </a:r>
          </a:p>
        </p:txBody>
      </p:sp>
    </p:spTree>
    <p:extLst>
      <p:ext uri="{BB962C8B-B14F-4D97-AF65-F5344CB8AC3E}">
        <p14:creationId xmlns:p14="http://schemas.microsoft.com/office/powerpoint/2010/main" val="3425780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orakulmio 1">
            <a:extLst>
              <a:ext uri="{FF2B5EF4-FFF2-40B4-BE49-F238E27FC236}">
                <a16:creationId xmlns:a16="http://schemas.microsoft.com/office/drawing/2014/main" id="{04248DE3-0488-7C5A-34B7-932117681B64}"/>
              </a:ext>
            </a:extLst>
          </p:cNvPr>
          <p:cNvSpPr/>
          <p:nvPr/>
        </p:nvSpPr>
        <p:spPr>
          <a:xfrm>
            <a:off x="0" y="0"/>
            <a:ext cx="12236477" cy="100073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b="1" i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PhoneShop</a:t>
            </a:r>
            <a:endParaRPr lang="fi-FI" b="1" i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Suorakulmio 2">
            <a:extLst>
              <a:ext uri="{FF2B5EF4-FFF2-40B4-BE49-F238E27FC236}">
                <a16:creationId xmlns:a16="http://schemas.microsoft.com/office/drawing/2014/main" id="{96560DA4-0DD8-07EA-85B5-9D7810D6A422}"/>
              </a:ext>
            </a:extLst>
          </p:cNvPr>
          <p:cNvSpPr/>
          <p:nvPr/>
        </p:nvSpPr>
        <p:spPr>
          <a:xfrm>
            <a:off x="0" y="6447894"/>
            <a:ext cx="12192000" cy="410106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4" name="Suorakulmio: Pyöristetyt kulmat 3">
            <a:extLst>
              <a:ext uri="{FF2B5EF4-FFF2-40B4-BE49-F238E27FC236}">
                <a16:creationId xmlns:a16="http://schemas.microsoft.com/office/drawing/2014/main" id="{D4925932-FECF-2596-BDAF-EB9DE7578232}"/>
              </a:ext>
            </a:extLst>
          </p:cNvPr>
          <p:cNvSpPr/>
          <p:nvPr/>
        </p:nvSpPr>
        <p:spPr>
          <a:xfrm>
            <a:off x="2675830" y="1644841"/>
            <a:ext cx="6840340" cy="4725054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5" name="Tekstiruutu 4">
            <a:extLst>
              <a:ext uri="{FF2B5EF4-FFF2-40B4-BE49-F238E27FC236}">
                <a16:creationId xmlns:a16="http://schemas.microsoft.com/office/drawing/2014/main" id="{872F5DFF-4ABF-7804-15DC-E6D2193C43DA}"/>
              </a:ext>
            </a:extLst>
          </p:cNvPr>
          <p:cNvSpPr txBox="1"/>
          <p:nvPr/>
        </p:nvSpPr>
        <p:spPr>
          <a:xfrm>
            <a:off x="5556386" y="1197510"/>
            <a:ext cx="1079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u="sng" dirty="0"/>
              <a:t>Ostoskori</a:t>
            </a:r>
          </a:p>
        </p:txBody>
      </p:sp>
      <p:sp>
        <p:nvSpPr>
          <p:cNvPr id="6" name="Suorakulmio: Pyöristetyt kulmat 5">
            <a:extLst>
              <a:ext uri="{FF2B5EF4-FFF2-40B4-BE49-F238E27FC236}">
                <a16:creationId xmlns:a16="http://schemas.microsoft.com/office/drawing/2014/main" id="{515AAD04-25C6-E7B8-D8B5-2C2B6EC91F0D}"/>
              </a:ext>
            </a:extLst>
          </p:cNvPr>
          <p:cNvSpPr/>
          <p:nvPr/>
        </p:nvSpPr>
        <p:spPr>
          <a:xfrm>
            <a:off x="8151111" y="5568814"/>
            <a:ext cx="875154" cy="35712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b="1" dirty="0">
                <a:solidFill>
                  <a:schemeClr val="tx1"/>
                </a:solidFill>
              </a:rPr>
              <a:t>Tilaa</a:t>
            </a:r>
          </a:p>
        </p:txBody>
      </p:sp>
      <p:sp>
        <p:nvSpPr>
          <p:cNvPr id="7" name="Suorakulmio: Pyöristetyt kulmat 6">
            <a:extLst>
              <a:ext uri="{FF2B5EF4-FFF2-40B4-BE49-F238E27FC236}">
                <a16:creationId xmlns:a16="http://schemas.microsoft.com/office/drawing/2014/main" id="{DF36DE5A-39A2-584A-783E-28737DF12C92}"/>
              </a:ext>
            </a:extLst>
          </p:cNvPr>
          <p:cNvSpPr/>
          <p:nvPr/>
        </p:nvSpPr>
        <p:spPr>
          <a:xfrm>
            <a:off x="9062012" y="181948"/>
            <a:ext cx="1008264" cy="36318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>
                <a:solidFill>
                  <a:srgbClr val="7030A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Kirjaudu</a:t>
            </a:r>
            <a:endParaRPr lang="fi-FI" dirty="0">
              <a:solidFill>
                <a:srgbClr val="7030A0"/>
              </a:solidFill>
            </a:endParaRPr>
          </a:p>
        </p:txBody>
      </p:sp>
      <p:sp>
        <p:nvSpPr>
          <p:cNvPr id="8" name="Suorakulmio: Pyöristetyt kulmat 7">
            <a:hlinkClick r:id="rId3" action="ppaction://hlinksldjump"/>
            <a:extLst>
              <a:ext uri="{FF2B5EF4-FFF2-40B4-BE49-F238E27FC236}">
                <a16:creationId xmlns:a16="http://schemas.microsoft.com/office/drawing/2014/main" id="{8F22842A-B2A7-0841-C713-1FE784BF99B1}"/>
              </a:ext>
            </a:extLst>
          </p:cNvPr>
          <p:cNvSpPr/>
          <p:nvPr/>
        </p:nvSpPr>
        <p:spPr>
          <a:xfrm>
            <a:off x="8915350" y="585519"/>
            <a:ext cx="1360290" cy="36318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>
                <a:solidFill>
                  <a:srgbClr val="7030A0"/>
                </a:solidFill>
              </a:rPr>
              <a:t>Rekisteröidy</a:t>
            </a:r>
          </a:p>
        </p:txBody>
      </p:sp>
      <p:sp>
        <p:nvSpPr>
          <p:cNvPr id="9" name="Suorakulmio: Pyöristetyt kulmat 8">
            <a:hlinkClick r:id="rId4" action="ppaction://hlinksldjump"/>
            <a:extLst>
              <a:ext uri="{FF2B5EF4-FFF2-40B4-BE49-F238E27FC236}">
                <a16:creationId xmlns:a16="http://schemas.microsoft.com/office/drawing/2014/main" id="{B0C7192F-C814-3BDB-EA27-844D3DA159F7}"/>
              </a:ext>
            </a:extLst>
          </p:cNvPr>
          <p:cNvSpPr/>
          <p:nvPr/>
        </p:nvSpPr>
        <p:spPr>
          <a:xfrm>
            <a:off x="282560" y="223695"/>
            <a:ext cx="973267" cy="53176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>
                <a:solidFill>
                  <a:schemeClr val="tx1"/>
                </a:solidFill>
              </a:rPr>
              <a:t>Takaisin</a:t>
            </a:r>
          </a:p>
        </p:txBody>
      </p:sp>
    </p:spTree>
    <p:extLst>
      <p:ext uri="{BB962C8B-B14F-4D97-AF65-F5344CB8AC3E}">
        <p14:creationId xmlns:p14="http://schemas.microsoft.com/office/powerpoint/2010/main" val="4211478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orakulmio 1">
            <a:extLst>
              <a:ext uri="{FF2B5EF4-FFF2-40B4-BE49-F238E27FC236}">
                <a16:creationId xmlns:a16="http://schemas.microsoft.com/office/drawing/2014/main" id="{B45B7708-CE2B-E8A1-BD6B-0AAA209F89BC}"/>
              </a:ext>
            </a:extLst>
          </p:cNvPr>
          <p:cNvSpPr/>
          <p:nvPr/>
        </p:nvSpPr>
        <p:spPr>
          <a:xfrm>
            <a:off x="-15963" y="21692"/>
            <a:ext cx="12192000" cy="11441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b="1" i="1" dirty="0" err="1">
                <a:solidFill>
                  <a:srgbClr val="7030A0"/>
                </a:solidFill>
                <a:latin typeface="Source Sans Pro" panose="020B0503030403020204" pitchFamily="34" charset="0"/>
              </a:rPr>
              <a:t>PhoneShop</a:t>
            </a:r>
            <a:r>
              <a:rPr lang="fi-FI" dirty="0">
                <a:solidFill>
                  <a:srgbClr val="FF0000"/>
                </a:solidFill>
                <a:latin typeface="Source Sans Pro" panose="020B0503030403020204" pitchFamily="34" charset="0"/>
              </a:rPr>
              <a:t> </a:t>
            </a:r>
          </a:p>
        </p:txBody>
      </p:sp>
      <p:sp>
        <p:nvSpPr>
          <p:cNvPr id="3" name="Suorakulmio 2">
            <a:extLst>
              <a:ext uri="{FF2B5EF4-FFF2-40B4-BE49-F238E27FC236}">
                <a16:creationId xmlns:a16="http://schemas.microsoft.com/office/drawing/2014/main" id="{6DE9725E-2411-0DEC-CAA9-93C51F8E0F08}"/>
              </a:ext>
            </a:extLst>
          </p:cNvPr>
          <p:cNvSpPr/>
          <p:nvPr/>
        </p:nvSpPr>
        <p:spPr>
          <a:xfrm>
            <a:off x="0" y="6440045"/>
            <a:ext cx="12192000" cy="41795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>
              <a:solidFill>
                <a:srgbClr val="7030A0"/>
              </a:solidFill>
            </a:endParaRPr>
          </a:p>
        </p:txBody>
      </p:sp>
      <p:sp>
        <p:nvSpPr>
          <p:cNvPr id="4" name="Suorakulmio: Pyöristetyt kulmat 3">
            <a:hlinkClick r:id="rId2" action="ppaction://hlinksldjump"/>
            <a:extLst>
              <a:ext uri="{FF2B5EF4-FFF2-40B4-BE49-F238E27FC236}">
                <a16:creationId xmlns:a16="http://schemas.microsoft.com/office/drawing/2014/main" id="{E301AC89-B45D-2A36-4CA6-537BBAA6E08E}"/>
              </a:ext>
            </a:extLst>
          </p:cNvPr>
          <p:cNvSpPr/>
          <p:nvPr/>
        </p:nvSpPr>
        <p:spPr>
          <a:xfrm>
            <a:off x="9062012" y="181948"/>
            <a:ext cx="1008264" cy="363185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Kirjaudu</a:t>
            </a:r>
          </a:p>
        </p:txBody>
      </p:sp>
      <p:sp>
        <p:nvSpPr>
          <p:cNvPr id="5" name="Suorakulmio: Pyöristetyt kulmat 4">
            <a:hlinkClick r:id="rId3" action="ppaction://hlinksldjump"/>
            <a:extLst>
              <a:ext uri="{FF2B5EF4-FFF2-40B4-BE49-F238E27FC236}">
                <a16:creationId xmlns:a16="http://schemas.microsoft.com/office/drawing/2014/main" id="{6A19CAD9-DD45-D178-1887-B9D6A64DACBF}"/>
              </a:ext>
            </a:extLst>
          </p:cNvPr>
          <p:cNvSpPr/>
          <p:nvPr/>
        </p:nvSpPr>
        <p:spPr>
          <a:xfrm>
            <a:off x="8860407" y="695161"/>
            <a:ext cx="1360290" cy="363184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Rekisteröidy</a:t>
            </a:r>
          </a:p>
        </p:txBody>
      </p:sp>
      <p:sp>
        <p:nvSpPr>
          <p:cNvPr id="8" name="Suorakulmio: Pyöristetyt kulmat 7">
            <a:hlinkClick r:id="rId4" action="ppaction://hlinksldjump"/>
            <a:extLst>
              <a:ext uri="{FF2B5EF4-FFF2-40B4-BE49-F238E27FC236}">
                <a16:creationId xmlns:a16="http://schemas.microsoft.com/office/drawing/2014/main" id="{77ADA5A3-5F5D-F099-1F97-EA2932863E1A}"/>
              </a:ext>
            </a:extLst>
          </p:cNvPr>
          <p:cNvSpPr/>
          <p:nvPr/>
        </p:nvSpPr>
        <p:spPr>
          <a:xfrm>
            <a:off x="231472" y="166312"/>
            <a:ext cx="970385" cy="811480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___</a:t>
            </a:r>
          </a:p>
          <a:p>
            <a:pPr algn="ctr"/>
            <a:r>
              <a:rPr lang="fi-FI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___</a:t>
            </a:r>
          </a:p>
          <a:p>
            <a:pPr algn="ctr"/>
            <a:r>
              <a:rPr lang="fi-FI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___</a:t>
            </a:r>
          </a:p>
        </p:txBody>
      </p:sp>
      <p:sp>
        <p:nvSpPr>
          <p:cNvPr id="11" name="Tekstiruutu 10">
            <a:extLst>
              <a:ext uri="{FF2B5EF4-FFF2-40B4-BE49-F238E27FC236}">
                <a16:creationId xmlns:a16="http://schemas.microsoft.com/office/drawing/2014/main" id="{25A045DD-ABF6-9B05-78F9-88EAD7A67DB6}"/>
              </a:ext>
            </a:extLst>
          </p:cNvPr>
          <p:cNvSpPr txBox="1"/>
          <p:nvPr/>
        </p:nvSpPr>
        <p:spPr>
          <a:xfrm>
            <a:off x="4809021" y="1341012"/>
            <a:ext cx="2542032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fi-FI" dirty="0"/>
              <a:t>                  </a:t>
            </a:r>
            <a:r>
              <a:rPr lang="fi-FI" i="1" dirty="0"/>
              <a:t>Tuote</a:t>
            </a:r>
          </a:p>
        </p:txBody>
      </p:sp>
      <p:sp>
        <p:nvSpPr>
          <p:cNvPr id="12" name="Suorakulmio: Pyöristetyt kulmat 11">
            <a:extLst>
              <a:ext uri="{FF2B5EF4-FFF2-40B4-BE49-F238E27FC236}">
                <a16:creationId xmlns:a16="http://schemas.microsoft.com/office/drawing/2014/main" id="{19FECA32-0345-0024-51EE-17AB08F9308E}"/>
              </a:ext>
            </a:extLst>
          </p:cNvPr>
          <p:cNvSpPr/>
          <p:nvPr/>
        </p:nvSpPr>
        <p:spPr>
          <a:xfrm>
            <a:off x="3993582" y="1292945"/>
            <a:ext cx="763979" cy="478106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b="1" i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Hae</a:t>
            </a:r>
          </a:p>
        </p:txBody>
      </p:sp>
      <p:pic>
        <p:nvPicPr>
          <p:cNvPr id="18" name="Kuva 17">
            <a:hlinkClick r:id="rId5" action="ppaction://hlinksldjump"/>
            <a:extLst>
              <a:ext uri="{FF2B5EF4-FFF2-40B4-BE49-F238E27FC236}">
                <a16:creationId xmlns:a16="http://schemas.microsoft.com/office/drawing/2014/main" id="{405513D9-613F-1614-2543-03F6A8473C3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760979" y="143070"/>
            <a:ext cx="1025196" cy="901347"/>
          </a:xfrm>
          <a:prstGeom prst="rect">
            <a:avLst/>
          </a:prstGeom>
        </p:spPr>
      </p:pic>
      <p:pic>
        <p:nvPicPr>
          <p:cNvPr id="14" name="Kuva 13">
            <a:extLst>
              <a:ext uri="{FF2B5EF4-FFF2-40B4-BE49-F238E27FC236}">
                <a16:creationId xmlns:a16="http://schemas.microsoft.com/office/drawing/2014/main" id="{58F6C45A-EDE8-F482-3AA7-F43ECA3DAC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1652" y="2684963"/>
            <a:ext cx="1606633" cy="3073558"/>
          </a:xfrm>
          <a:prstGeom prst="rect">
            <a:avLst/>
          </a:prstGeom>
        </p:spPr>
      </p:pic>
      <p:pic>
        <p:nvPicPr>
          <p:cNvPr id="16" name="Kuva 15">
            <a:extLst>
              <a:ext uri="{FF2B5EF4-FFF2-40B4-BE49-F238E27FC236}">
                <a16:creationId xmlns:a16="http://schemas.microsoft.com/office/drawing/2014/main" id="{AADC418B-6EA7-2AB8-7BFF-67C0821F82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1900" y="2585213"/>
            <a:ext cx="1619333" cy="3149762"/>
          </a:xfrm>
          <a:prstGeom prst="rect">
            <a:avLst/>
          </a:prstGeom>
        </p:spPr>
      </p:pic>
      <p:pic>
        <p:nvPicPr>
          <p:cNvPr id="19" name="Kuva 18">
            <a:extLst>
              <a:ext uri="{FF2B5EF4-FFF2-40B4-BE49-F238E27FC236}">
                <a16:creationId xmlns:a16="http://schemas.microsoft.com/office/drawing/2014/main" id="{B303A210-36AA-257F-AB13-516230FAAD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9992" y="2550286"/>
            <a:ext cx="1676486" cy="3219615"/>
          </a:xfrm>
          <a:prstGeom prst="rect">
            <a:avLst/>
          </a:prstGeom>
        </p:spPr>
      </p:pic>
      <p:pic>
        <p:nvPicPr>
          <p:cNvPr id="21" name="Kuva 20">
            <a:extLst>
              <a:ext uri="{FF2B5EF4-FFF2-40B4-BE49-F238E27FC236}">
                <a16:creationId xmlns:a16="http://schemas.microsoft.com/office/drawing/2014/main" id="{166C71B4-3733-F9F0-538A-A6EAE05F962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05675" y="2595569"/>
            <a:ext cx="1720938" cy="2959252"/>
          </a:xfrm>
          <a:prstGeom prst="rect">
            <a:avLst/>
          </a:prstGeom>
        </p:spPr>
      </p:pic>
      <p:sp>
        <p:nvSpPr>
          <p:cNvPr id="22" name="Tekstiruutu 21">
            <a:extLst>
              <a:ext uri="{FF2B5EF4-FFF2-40B4-BE49-F238E27FC236}">
                <a16:creationId xmlns:a16="http://schemas.microsoft.com/office/drawing/2014/main" id="{5E85125E-C8E2-628E-DCE7-04BD3BF8F97E}"/>
              </a:ext>
            </a:extLst>
          </p:cNvPr>
          <p:cNvSpPr txBox="1"/>
          <p:nvPr/>
        </p:nvSpPr>
        <p:spPr>
          <a:xfrm>
            <a:off x="1686700" y="5674266"/>
            <a:ext cx="19308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200" dirty="0" err="1"/>
              <a:t>Iphone</a:t>
            </a:r>
            <a:r>
              <a:rPr lang="fi-FI" sz="1200" dirty="0"/>
              <a:t> case </a:t>
            </a:r>
            <a:r>
              <a:rPr lang="fi-FI" sz="1200" dirty="0" err="1"/>
              <a:t>black</a:t>
            </a:r>
            <a:endParaRPr lang="fi-FI" sz="1200" dirty="0"/>
          </a:p>
          <a:p>
            <a:r>
              <a:rPr lang="fi-FI" sz="1200" dirty="0"/>
              <a:t>Hinta: </a:t>
            </a:r>
          </a:p>
        </p:txBody>
      </p:sp>
      <p:sp>
        <p:nvSpPr>
          <p:cNvPr id="23" name="Tekstiruutu 22">
            <a:extLst>
              <a:ext uri="{FF2B5EF4-FFF2-40B4-BE49-F238E27FC236}">
                <a16:creationId xmlns:a16="http://schemas.microsoft.com/office/drawing/2014/main" id="{5CBCDF3A-40E9-25FE-6968-88ABDA9E3D55}"/>
              </a:ext>
            </a:extLst>
          </p:cNvPr>
          <p:cNvSpPr txBox="1"/>
          <p:nvPr/>
        </p:nvSpPr>
        <p:spPr>
          <a:xfrm>
            <a:off x="3906122" y="5674268"/>
            <a:ext cx="19308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200" dirty="0" err="1"/>
              <a:t>Iphone</a:t>
            </a:r>
            <a:r>
              <a:rPr lang="fi-FI" sz="1200" dirty="0"/>
              <a:t> case </a:t>
            </a:r>
            <a:r>
              <a:rPr lang="fi-FI" sz="1200" dirty="0" err="1"/>
              <a:t>red</a:t>
            </a:r>
            <a:endParaRPr lang="fi-FI" sz="1200" dirty="0"/>
          </a:p>
          <a:p>
            <a:r>
              <a:rPr lang="fi-FI" sz="1200" dirty="0"/>
              <a:t>Hinta: </a:t>
            </a:r>
          </a:p>
        </p:txBody>
      </p:sp>
      <p:sp>
        <p:nvSpPr>
          <p:cNvPr id="24" name="Tekstiruutu 23">
            <a:extLst>
              <a:ext uri="{FF2B5EF4-FFF2-40B4-BE49-F238E27FC236}">
                <a16:creationId xmlns:a16="http://schemas.microsoft.com/office/drawing/2014/main" id="{01A234FA-A747-A3A3-723E-F8F86692692C}"/>
              </a:ext>
            </a:extLst>
          </p:cNvPr>
          <p:cNvSpPr txBox="1"/>
          <p:nvPr/>
        </p:nvSpPr>
        <p:spPr>
          <a:xfrm>
            <a:off x="6354990" y="5674267"/>
            <a:ext cx="19308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200" dirty="0" err="1"/>
              <a:t>Iphone</a:t>
            </a:r>
            <a:r>
              <a:rPr lang="fi-FI" sz="1200" dirty="0"/>
              <a:t> case </a:t>
            </a:r>
            <a:r>
              <a:rPr lang="fi-FI" sz="1200" dirty="0" err="1"/>
              <a:t>green</a:t>
            </a:r>
            <a:endParaRPr lang="fi-FI" sz="1200" dirty="0"/>
          </a:p>
          <a:p>
            <a:r>
              <a:rPr lang="fi-FI" sz="1200" dirty="0"/>
              <a:t>Hinta: </a:t>
            </a:r>
          </a:p>
        </p:txBody>
      </p:sp>
      <p:sp>
        <p:nvSpPr>
          <p:cNvPr id="25" name="Tekstiruutu 24">
            <a:extLst>
              <a:ext uri="{FF2B5EF4-FFF2-40B4-BE49-F238E27FC236}">
                <a16:creationId xmlns:a16="http://schemas.microsoft.com/office/drawing/2014/main" id="{5CFD81AE-5B85-DC37-CAD0-9E7294E25CED}"/>
              </a:ext>
            </a:extLst>
          </p:cNvPr>
          <p:cNvSpPr txBox="1"/>
          <p:nvPr/>
        </p:nvSpPr>
        <p:spPr>
          <a:xfrm>
            <a:off x="8759458" y="5674266"/>
            <a:ext cx="19308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200" dirty="0" err="1"/>
              <a:t>Iphone</a:t>
            </a:r>
            <a:r>
              <a:rPr lang="fi-FI" sz="1200" dirty="0"/>
              <a:t> case </a:t>
            </a:r>
            <a:r>
              <a:rPr lang="fi-FI" sz="1200" dirty="0" err="1"/>
              <a:t>pink</a:t>
            </a:r>
            <a:endParaRPr lang="fi-FI" sz="1200" dirty="0"/>
          </a:p>
          <a:p>
            <a:r>
              <a:rPr lang="fi-FI" sz="1200" dirty="0"/>
              <a:t>Hinta: </a:t>
            </a:r>
          </a:p>
        </p:txBody>
      </p:sp>
    </p:spTree>
    <p:extLst>
      <p:ext uri="{BB962C8B-B14F-4D97-AF65-F5344CB8AC3E}">
        <p14:creationId xmlns:p14="http://schemas.microsoft.com/office/powerpoint/2010/main" val="4027118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orakulmio 1">
            <a:extLst>
              <a:ext uri="{FF2B5EF4-FFF2-40B4-BE49-F238E27FC236}">
                <a16:creationId xmlns:a16="http://schemas.microsoft.com/office/drawing/2014/main" id="{B45B7708-CE2B-E8A1-BD6B-0AAA209F89BC}"/>
              </a:ext>
            </a:extLst>
          </p:cNvPr>
          <p:cNvSpPr/>
          <p:nvPr/>
        </p:nvSpPr>
        <p:spPr>
          <a:xfrm>
            <a:off x="-15963" y="21692"/>
            <a:ext cx="12192000" cy="11441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b="1" i="1" dirty="0" err="1">
                <a:solidFill>
                  <a:srgbClr val="7030A0"/>
                </a:solidFill>
                <a:latin typeface="Source Sans Pro" panose="020B0503030403020204" pitchFamily="34" charset="0"/>
              </a:rPr>
              <a:t>PhoneShop</a:t>
            </a:r>
            <a:r>
              <a:rPr lang="fi-FI" dirty="0">
                <a:solidFill>
                  <a:srgbClr val="FF0000"/>
                </a:solidFill>
                <a:latin typeface="Source Sans Pro" panose="020B0503030403020204" pitchFamily="34" charset="0"/>
              </a:rPr>
              <a:t> </a:t>
            </a:r>
          </a:p>
        </p:txBody>
      </p:sp>
      <p:sp>
        <p:nvSpPr>
          <p:cNvPr id="3" name="Suorakulmio 2">
            <a:extLst>
              <a:ext uri="{FF2B5EF4-FFF2-40B4-BE49-F238E27FC236}">
                <a16:creationId xmlns:a16="http://schemas.microsoft.com/office/drawing/2014/main" id="{6DE9725E-2411-0DEC-CAA9-93C51F8E0F08}"/>
              </a:ext>
            </a:extLst>
          </p:cNvPr>
          <p:cNvSpPr/>
          <p:nvPr/>
        </p:nvSpPr>
        <p:spPr>
          <a:xfrm>
            <a:off x="0" y="6440045"/>
            <a:ext cx="12192000" cy="41795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>
              <a:solidFill>
                <a:srgbClr val="7030A0"/>
              </a:solidFill>
            </a:endParaRPr>
          </a:p>
        </p:txBody>
      </p:sp>
      <p:sp>
        <p:nvSpPr>
          <p:cNvPr id="4" name="Suorakulmio: Pyöristetyt kulmat 3">
            <a:hlinkClick r:id="rId2" action="ppaction://hlinksldjump"/>
            <a:extLst>
              <a:ext uri="{FF2B5EF4-FFF2-40B4-BE49-F238E27FC236}">
                <a16:creationId xmlns:a16="http://schemas.microsoft.com/office/drawing/2014/main" id="{E301AC89-B45D-2A36-4CA6-537BBAA6E08E}"/>
              </a:ext>
            </a:extLst>
          </p:cNvPr>
          <p:cNvSpPr/>
          <p:nvPr/>
        </p:nvSpPr>
        <p:spPr>
          <a:xfrm>
            <a:off x="9062012" y="181948"/>
            <a:ext cx="1008264" cy="363185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Kirjaudu</a:t>
            </a:r>
          </a:p>
        </p:txBody>
      </p:sp>
      <p:sp>
        <p:nvSpPr>
          <p:cNvPr id="5" name="Suorakulmio: Pyöristetyt kulmat 4">
            <a:hlinkClick r:id="rId3" action="ppaction://hlinksldjump"/>
            <a:extLst>
              <a:ext uri="{FF2B5EF4-FFF2-40B4-BE49-F238E27FC236}">
                <a16:creationId xmlns:a16="http://schemas.microsoft.com/office/drawing/2014/main" id="{6A19CAD9-DD45-D178-1887-B9D6A64DACBF}"/>
              </a:ext>
            </a:extLst>
          </p:cNvPr>
          <p:cNvSpPr/>
          <p:nvPr/>
        </p:nvSpPr>
        <p:spPr>
          <a:xfrm>
            <a:off x="8860407" y="695161"/>
            <a:ext cx="1360290" cy="363184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Rekisteröidy</a:t>
            </a:r>
          </a:p>
        </p:txBody>
      </p:sp>
      <p:sp>
        <p:nvSpPr>
          <p:cNvPr id="8" name="Suorakulmio: Pyöristetyt kulmat 7">
            <a:hlinkClick r:id="rId4" action="ppaction://hlinksldjump"/>
            <a:extLst>
              <a:ext uri="{FF2B5EF4-FFF2-40B4-BE49-F238E27FC236}">
                <a16:creationId xmlns:a16="http://schemas.microsoft.com/office/drawing/2014/main" id="{77ADA5A3-5F5D-F099-1F97-EA2932863E1A}"/>
              </a:ext>
            </a:extLst>
          </p:cNvPr>
          <p:cNvSpPr/>
          <p:nvPr/>
        </p:nvSpPr>
        <p:spPr>
          <a:xfrm>
            <a:off x="231472" y="166312"/>
            <a:ext cx="970385" cy="811480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___</a:t>
            </a:r>
          </a:p>
          <a:p>
            <a:pPr algn="ctr"/>
            <a:r>
              <a:rPr lang="fi-FI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___</a:t>
            </a:r>
          </a:p>
          <a:p>
            <a:pPr algn="ctr"/>
            <a:r>
              <a:rPr lang="fi-FI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___</a:t>
            </a:r>
          </a:p>
        </p:txBody>
      </p:sp>
      <p:sp>
        <p:nvSpPr>
          <p:cNvPr id="11" name="Tekstiruutu 10">
            <a:extLst>
              <a:ext uri="{FF2B5EF4-FFF2-40B4-BE49-F238E27FC236}">
                <a16:creationId xmlns:a16="http://schemas.microsoft.com/office/drawing/2014/main" id="{25A045DD-ABF6-9B05-78F9-88EAD7A67DB6}"/>
              </a:ext>
            </a:extLst>
          </p:cNvPr>
          <p:cNvSpPr txBox="1"/>
          <p:nvPr/>
        </p:nvSpPr>
        <p:spPr>
          <a:xfrm>
            <a:off x="4809021" y="1341012"/>
            <a:ext cx="2542032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fi-FI" dirty="0"/>
              <a:t>                  </a:t>
            </a:r>
            <a:r>
              <a:rPr lang="fi-FI" i="1" dirty="0"/>
              <a:t>Tuote</a:t>
            </a:r>
          </a:p>
        </p:txBody>
      </p:sp>
      <p:sp>
        <p:nvSpPr>
          <p:cNvPr id="12" name="Suorakulmio: Pyöristetyt kulmat 11">
            <a:extLst>
              <a:ext uri="{FF2B5EF4-FFF2-40B4-BE49-F238E27FC236}">
                <a16:creationId xmlns:a16="http://schemas.microsoft.com/office/drawing/2014/main" id="{19FECA32-0345-0024-51EE-17AB08F9308E}"/>
              </a:ext>
            </a:extLst>
          </p:cNvPr>
          <p:cNvSpPr/>
          <p:nvPr/>
        </p:nvSpPr>
        <p:spPr>
          <a:xfrm>
            <a:off x="3993582" y="1292945"/>
            <a:ext cx="763979" cy="478106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b="1" i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Hae</a:t>
            </a:r>
          </a:p>
        </p:txBody>
      </p:sp>
      <p:pic>
        <p:nvPicPr>
          <p:cNvPr id="18" name="Kuva 17">
            <a:hlinkClick r:id="rId5" action="ppaction://hlinksldjump"/>
            <a:extLst>
              <a:ext uri="{FF2B5EF4-FFF2-40B4-BE49-F238E27FC236}">
                <a16:creationId xmlns:a16="http://schemas.microsoft.com/office/drawing/2014/main" id="{405513D9-613F-1614-2543-03F6A8473C3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760979" y="143070"/>
            <a:ext cx="1025196" cy="901347"/>
          </a:xfrm>
          <a:prstGeom prst="rect">
            <a:avLst/>
          </a:prstGeom>
        </p:spPr>
      </p:pic>
      <p:pic>
        <p:nvPicPr>
          <p:cNvPr id="1026" name="Picture 2" descr="OnePlus Supervooc 100W Dual Ports Power Adapter - OnePlus (Suomi)">
            <a:extLst>
              <a:ext uri="{FF2B5EF4-FFF2-40B4-BE49-F238E27FC236}">
                <a16:creationId xmlns:a16="http://schemas.microsoft.com/office/drawing/2014/main" id="{7CB0027F-4B11-E303-92D6-2302BB4BB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641" y="2826921"/>
            <a:ext cx="2048736" cy="2048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nline - 1">
            <a:extLst>
              <a:ext uri="{FF2B5EF4-FFF2-40B4-BE49-F238E27FC236}">
                <a16:creationId xmlns:a16="http://schemas.microsoft.com/office/drawing/2014/main" id="{6CF09983-A83E-D85E-D2FD-460A9207A4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7284" y="3021838"/>
            <a:ext cx="2077726" cy="2077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20 Watts PD Charger Compatible for iPhone 14 | iPhone 14 Pro Type C Wall  Adapter with Charging Cable Compatible for iPhone Charger 13, 12, 11, X, 8,  ...">
            <a:extLst>
              <a:ext uri="{FF2B5EF4-FFF2-40B4-BE49-F238E27FC236}">
                <a16:creationId xmlns:a16="http://schemas.microsoft.com/office/drawing/2014/main" id="{2B4DD6D7-5E4B-DA00-0C84-23ED9BDE6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412" y="3313029"/>
            <a:ext cx="1604509" cy="1687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 descr="For Apple I phone Charger USB C Wall Charger Fast Charging 20W PD ( MFI  Certified) Adapter with 3FT Lighting Cable Compatible with iPhone 13/13  Pro/12/12 Pro,11/10/X XS - Walmart.ca">
            <a:extLst>
              <a:ext uri="{FF2B5EF4-FFF2-40B4-BE49-F238E27FC236}">
                <a16:creationId xmlns:a16="http://schemas.microsoft.com/office/drawing/2014/main" id="{D08C252F-E05D-D3E1-AEED-F0155AF95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0407" y="3144750"/>
            <a:ext cx="1604508" cy="1604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kstiruutu 15">
            <a:extLst>
              <a:ext uri="{FF2B5EF4-FFF2-40B4-BE49-F238E27FC236}">
                <a16:creationId xmlns:a16="http://schemas.microsoft.com/office/drawing/2014/main" id="{5873C3C6-8CD2-84F0-E830-671D137B910C}"/>
              </a:ext>
            </a:extLst>
          </p:cNvPr>
          <p:cNvSpPr txBox="1"/>
          <p:nvPr/>
        </p:nvSpPr>
        <p:spPr>
          <a:xfrm>
            <a:off x="2025022" y="5054874"/>
            <a:ext cx="1718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200" dirty="0"/>
              <a:t>Phone </a:t>
            </a:r>
            <a:r>
              <a:rPr lang="fi-FI" sz="1200" dirty="0" err="1"/>
              <a:t>charger</a:t>
            </a:r>
            <a:endParaRPr lang="fi-FI" sz="1200" dirty="0"/>
          </a:p>
          <a:p>
            <a:r>
              <a:rPr lang="fi-FI" sz="1200" dirty="0"/>
              <a:t>Hinta:</a:t>
            </a:r>
          </a:p>
        </p:txBody>
      </p:sp>
      <p:sp>
        <p:nvSpPr>
          <p:cNvPr id="19" name="Tekstiruutu 18">
            <a:extLst>
              <a:ext uri="{FF2B5EF4-FFF2-40B4-BE49-F238E27FC236}">
                <a16:creationId xmlns:a16="http://schemas.microsoft.com/office/drawing/2014/main" id="{6996DD18-BD7F-4D6E-DE70-1918B3CDB784}"/>
              </a:ext>
            </a:extLst>
          </p:cNvPr>
          <p:cNvSpPr txBox="1"/>
          <p:nvPr/>
        </p:nvSpPr>
        <p:spPr>
          <a:xfrm>
            <a:off x="9307520" y="5054874"/>
            <a:ext cx="1718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200" dirty="0"/>
              <a:t>Phone </a:t>
            </a:r>
            <a:r>
              <a:rPr lang="fi-FI" sz="1200" dirty="0" err="1"/>
              <a:t>charger</a:t>
            </a:r>
            <a:endParaRPr lang="fi-FI" sz="1200" dirty="0"/>
          </a:p>
          <a:p>
            <a:r>
              <a:rPr lang="fi-FI" sz="1200" dirty="0"/>
              <a:t>Hinta:</a:t>
            </a:r>
          </a:p>
        </p:txBody>
      </p:sp>
      <p:sp>
        <p:nvSpPr>
          <p:cNvPr id="20" name="Tekstiruutu 19">
            <a:extLst>
              <a:ext uri="{FF2B5EF4-FFF2-40B4-BE49-F238E27FC236}">
                <a16:creationId xmlns:a16="http://schemas.microsoft.com/office/drawing/2014/main" id="{BF2B2D0B-1D9A-2C77-13A7-CC7A02287721}"/>
              </a:ext>
            </a:extLst>
          </p:cNvPr>
          <p:cNvSpPr txBox="1"/>
          <p:nvPr/>
        </p:nvSpPr>
        <p:spPr>
          <a:xfrm>
            <a:off x="4594891" y="5054873"/>
            <a:ext cx="1718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200" dirty="0"/>
              <a:t>Phone </a:t>
            </a:r>
            <a:r>
              <a:rPr lang="fi-FI" sz="1200" dirty="0" err="1"/>
              <a:t>charger</a:t>
            </a:r>
            <a:endParaRPr lang="fi-FI" sz="1200" dirty="0"/>
          </a:p>
          <a:p>
            <a:r>
              <a:rPr lang="fi-FI" sz="1200" dirty="0"/>
              <a:t>Hinta:</a:t>
            </a:r>
          </a:p>
        </p:txBody>
      </p:sp>
      <p:sp>
        <p:nvSpPr>
          <p:cNvPr id="21" name="Tekstiruutu 20">
            <a:extLst>
              <a:ext uri="{FF2B5EF4-FFF2-40B4-BE49-F238E27FC236}">
                <a16:creationId xmlns:a16="http://schemas.microsoft.com/office/drawing/2014/main" id="{4F7A68C5-0818-A1CB-20AA-630D079DEA52}"/>
              </a:ext>
            </a:extLst>
          </p:cNvPr>
          <p:cNvSpPr txBox="1"/>
          <p:nvPr/>
        </p:nvSpPr>
        <p:spPr>
          <a:xfrm>
            <a:off x="7031984" y="5099563"/>
            <a:ext cx="1718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200" dirty="0"/>
              <a:t>Phone </a:t>
            </a:r>
            <a:r>
              <a:rPr lang="fi-FI" sz="1200" dirty="0" err="1"/>
              <a:t>charger</a:t>
            </a:r>
            <a:endParaRPr lang="fi-FI" sz="1200" dirty="0"/>
          </a:p>
          <a:p>
            <a:r>
              <a:rPr lang="fi-FI" sz="1200" dirty="0"/>
              <a:t>Hinta:</a:t>
            </a:r>
          </a:p>
        </p:txBody>
      </p:sp>
    </p:spTree>
    <p:extLst>
      <p:ext uri="{BB962C8B-B14F-4D97-AF65-F5344CB8AC3E}">
        <p14:creationId xmlns:p14="http://schemas.microsoft.com/office/powerpoint/2010/main" val="759813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1228</TotalTime>
  <Words>164</Words>
  <Application>Microsoft Office PowerPoint</Application>
  <PresentationFormat>Laajakuva</PresentationFormat>
  <Paragraphs>102</Paragraphs>
  <Slides>9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4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Source Sans Pro</vt:lpstr>
      <vt:lpstr>Office-teema</vt:lpstr>
      <vt:lpstr>PhoneShop malli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</vt:vector>
  </TitlesOfParts>
  <Company>Savon koulutuskuntayhtyma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PowerPoint-esitys</dc:title>
  <dc:creator>JUNAYD HASSAN</dc:creator>
  <cp:lastModifiedBy>JUNAYD HASSAN</cp:lastModifiedBy>
  <cp:revision>4</cp:revision>
  <dcterms:created xsi:type="dcterms:W3CDTF">2025-12-09T08:08:13Z</dcterms:created>
  <dcterms:modified xsi:type="dcterms:W3CDTF">2025-12-16T11:54:26Z</dcterms:modified>
</cp:coreProperties>
</file>